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7" r:id="rId3"/>
    <p:sldId id="283" r:id="rId4"/>
    <p:sldId id="292" r:id="rId5"/>
    <p:sldId id="290" r:id="rId6"/>
    <p:sldId id="258" r:id="rId7"/>
    <p:sldId id="259" r:id="rId8"/>
    <p:sldId id="315" r:id="rId9"/>
    <p:sldId id="291" r:id="rId10"/>
    <p:sldId id="294" r:id="rId11"/>
    <p:sldId id="261" r:id="rId12"/>
    <p:sldId id="298" r:id="rId13"/>
    <p:sldId id="296" r:id="rId14"/>
    <p:sldId id="297" r:id="rId15"/>
    <p:sldId id="316" r:id="rId16"/>
    <p:sldId id="302" r:id="rId17"/>
    <p:sldId id="325" r:id="rId18"/>
    <p:sldId id="304" r:id="rId19"/>
    <p:sldId id="306" r:id="rId20"/>
    <p:sldId id="266" r:id="rId21"/>
    <p:sldId id="317" r:id="rId22"/>
    <p:sldId id="267" r:id="rId23"/>
    <p:sldId id="268" r:id="rId24"/>
    <p:sldId id="320" r:id="rId25"/>
    <p:sldId id="319" r:id="rId26"/>
    <p:sldId id="311" r:id="rId27"/>
    <p:sldId id="280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6C0000"/>
    <a:srgbClr val="0000FF"/>
    <a:srgbClr val="FF0000"/>
    <a:srgbClr val="FF0D6F"/>
    <a:srgbClr val="2A5400"/>
    <a:srgbClr val="336600"/>
    <a:srgbClr val="008000"/>
    <a:srgbClr val="D20055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83" autoAdjust="0"/>
    <p:restoredTop sz="94660"/>
  </p:normalViewPr>
  <p:slideViewPr>
    <p:cSldViewPr>
      <p:cViewPr varScale="1">
        <p:scale>
          <a:sx n="71" d="100"/>
          <a:sy n="71" d="100"/>
        </p:scale>
        <p:origin x="14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png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png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B7C31C-F6F6-408D-B902-88FD1C6334C8}" type="doc">
      <dgm:prSet loTypeId="urn:microsoft.com/office/officeart/2005/8/layout/chart3" loCatId="cycle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3DDD7191-AFDB-4D9B-B50B-8F1258F70D07}">
      <dgm:prSet custT="1"/>
      <dgm:spPr/>
      <dgm:t>
        <a:bodyPr/>
        <a:lstStyle/>
        <a:p>
          <a:pPr rtl="0"/>
          <a:r>
            <a:rPr lang="en-US" sz="2000" b="1" dirty="0" smtClean="0"/>
            <a:t>  S</a:t>
          </a:r>
          <a:r>
            <a:rPr lang="en-US" sz="1800" b="1" dirty="0" smtClean="0"/>
            <a:t>ound </a:t>
          </a:r>
        </a:p>
        <a:p>
          <a:pPr rtl="0"/>
          <a:r>
            <a:rPr lang="en-US" sz="1800" b="1" dirty="0" smtClean="0"/>
            <a:t>ecosystem</a:t>
          </a:r>
          <a:endParaRPr lang="en-US" sz="1800" b="1" dirty="0"/>
        </a:p>
      </dgm:t>
    </dgm:pt>
    <dgm:pt modelId="{576488C9-74E3-4CDD-AB21-FBC3E1449CDD}" type="parTrans" cxnId="{9B3AAB2D-CAEE-4C48-B48D-418FEFE701E2}">
      <dgm:prSet/>
      <dgm:spPr/>
      <dgm:t>
        <a:bodyPr/>
        <a:lstStyle/>
        <a:p>
          <a:endParaRPr lang="en-US"/>
        </a:p>
      </dgm:t>
    </dgm:pt>
    <dgm:pt modelId="{6735F83A-D59A-4D52-9DB6-4A21489EF5BF}" type="sibTrans" cxnId="{9B3AAB2D-CAEE-4C48-B48D-418FEFE701E2}">
      <dgm:prSet/>
      <dgm:spPr/>
      <dgm:t>
        <a:bodyPr/>
        <a:lstStyle/>
        <a:p>
          <a:endParaRPr lang="en-US"/>
        </a:p>
      </dgm:t>
    </dgm:pt>
    <dgm:pt modelId="{AFC9C12E-CF18-43F7-9C33-54A0695F6DD6}">
      <dgm:prSet custT="1"/>
      <dgm:spPr/>
      <dgm:t>
        <a:bodyPr/>
        <a:lstStyle/>
        <a:p>
          <a:pPr algn="ctr" rtl="0">
            <a:lnSpc>
              <a:spcPct val="150000"/>
            </a:lnSpc>
          </a:pPr>
          <a:r>
            <a:rPr lang="en-US" sz="1800" b="1" dirty="0" smtClean="0"/>
            <a:t>Free from chemical</a:t>
          </a:r>
          <a:r>
            <a:rPr lang="en-US" sz="1800" dirty="0" smtClean="0"/>
            <a:t> </a:t>
          </a:r>
          <a:endParaRPr lang="en-US" sz="1800" dirty="0"/>
        </a:p>
      </dgm:t>
    </dgm:pt>
    <dgm:pt modelId="{6E403BFB-352D-40D1-9CE3-2DE4646DC2C7}" type="parTrans" cxnId="{49031C3D-E52A-4462-89F0-46AC0615DD68}">
      <dgm:prSet/>
      <dgm:spPr/>
      <dgm:t>
        <a:bodyPr/>
        <a:lstStyle/>
        <a:p>
          <a:endParaRPr lang="en-US"/>
        </a:p>
      </dgm:t>
    </dgm:pt>
    <dgm:pt modelId="{944296ED-2442-47F5-8D23-C3A314FCF454}" type="sibTrans" cxnId="{49031C3D-E52A-4462-89F0-46AC0615DD68}">
      <dgm:prSet/>
      <dgm:spPr/>
      <dgm:t>
        <a:bodyPr/>
        <a:lstStyle/>
        <a:p>
          <a:endParaRPr lang="en-US"/>
        </a:p>
      </dgm:t>
    </dgm:pt>
    <dgm:pt modelId="{48610CCC-39CD-4F61-97A0-B0417CF0065C}">
      <dgm:prSet custT="1"/>
      <dgm:spPr/>
      <dgm:t>
        <a:bodyPr/>
        <a:lstStyle/>
        <a:p>
          <a:pPr rtl="0"/>
          <a:r>
            <a:rPr lang="en-US" sz="1800" b="1" dirty="0" smtClean="0"/>
            <a:t>Fat </a:t>
          </a:r>
        </a:p>
        <a:p>
          <a:pPr rtl="0"/>
          <a:r>
            <a:rPr lang="en-US" sz="1800" b="1" dirty="0" smtClean="0"/>
            <a:t>free</a:t>
          </a:r>
          <a:endParaRPr lang="en-US" sz="1800" b="1" dirty="0"/>
        </a:p>
      </dgm:t>
    </dgm:pt>
    <dgm:pt modelId="{53B26A6E-4BC7-40F5-BBDB-9503BAC2BB58}" type="parTrans" cxnId="{14C98A2E-8A7C-45C2-811B-12CEAFAA04DD}">
      <dgm:prSet/>
      <dgm:spPr/>
      <dgm:t>
        <a:bodyPr/>
        <a:lstStyle/>
        <a:p>
          <a:endParaRPr lang="en-US"/>
        </a:p>
      </dgm:t>
    </dgm:pt>
    <dgm:pt modelId="{C0F7D99B-7985-4C5D-92A6-DDAE01433D49}" type="sibTrans" cxnId="{14C98A2E-8A7C-45C2-811B-12CEAFAA04DD}">
      <dgm:prSet/>
      <dgm:spPr/>
      <dgm:t>
        <a:bodyPr/>
        <a:lstStyle/>
        <a:p>
          <a:endParaRPr lang="en-US"/>
        </a:p>
      </dgm:t>
    </dgm:pt>
    <dgm:pt modelId="{C7E5F0A9-EBA5-4789-B6A9-44B4A90FEF62}">
      <dgm:prSet custT="1"/>
      <dgm:spPr/>
      <dgm:t>
        <a:bodyPr/>
        <a:lstStyle/>
        <a:p>
          <a:pPr rtl="0"/>
          <a:r>
            <a:rPr lang="en-US" sz="1800" b="1" dirty="0" smtClean="0"/>
            <a:t>Fiber </a:t>
          </a:r>
        </a:p>
        <a:p>
          <a:pPr rtl="0"/>
          <a:r>
            <a:rPr lang="en-US" sz="1800" b="1" dirty="0" smtClean="0"/>
            <a:t>value </a:t>
          </a:r>
          <a:endParaRPr lang="en-US" sz="1800" b="1" dirty="0"/>
        </a:p>
      </dgm:t>
    </dgm:pt>
    <dgm:pt modelId="{001B3EBF-842A-4A00-A1E9-7102C89E2CC7}" type="parTrans" cxnId="{B4AB81A2-E1B1-4328-9D7B-E58850381D20}">
      <dgm:prSet/>
      <dgm:spPr/>
      <dgm:t>
        <a:bodyPr/>
        <a:lstStyle/>
        <a:p>
          <a:endParaRPr lang="en-US"/>
        </a:p>
      </dgm:t>
    </dgm:pt>
    <dgm:pt modelId="{E32B23B6-5D45-461E-B4BB-FD57451D3184}" type="sibTrans" cxnId="{B4AB81A2-E1B1-4328-9D7B-E58850381D20}">
      <dgm:prSet/>
      <dgm:spPr/>
      <dgm:t>
        <a:bodyPr/>
        <a:lstStyle/>
        <a:p>
          <a:endParaRPr lang="en-US"/>
        </a:p>
      </dgm:t>
    </dgm:pt>
    <dgm:pt modelId="{4CA4508C-1343-49C2-8607-383D89FFB09A}">
      <dgm:prSet custT="1"/>
      <dgm:spPr/>
      <dgm:t>
        <a:bodyPr/>
        <a:lstStyle/>
        <a:p>
          <a:pPr rtl="0">
            <a:lnSpc>
              <a:spcPct val="150000"/>
            </a:lnSpc>
          </a:pPr>
          <a:r>
            <a:rPr lang="en-US" sz="1800" b="1" dirty="0" smtClean="0"/>
            <a:t>Low sugar content</a:t>
          </a:r>
          <a:endParaRPr lang="en-US" sz="1800" b="1" dirty="0"/>
        </a:p>
      </dgm:t>
    </dgm:pt>
    <dgm:pt modelId="{FD5C9F9D-07D0-4B20-92B3-6FA0340A7CD6}" type="parTrans" cxnId="{71A5B9CA-AEFE-41EE-A13A-5D9247655C63}">
      <dgm:prSet/>
      <dgm:spPr/>
      <dgm:t>
        <a:bodyPr/>
        <a:lstStyle/>
        <a:p>
          <a:endParaRPr lang="en-US"/>
        </a:p>
      </dgm:t>
    </dgm:pt>
    <dgm:pt modelId="{8690BDDE-FC91-41C3-B8BF-7B5E04258D36}" type="sibTrans" cxnId="{71A5B9CA-AEFE-41EE-A13A-5D9247655C63}">
      <dgm:prSet/>
      <dgm:spPr/>
      <dgm:t>
        <a:bodyPr/>
        <a:lstStyle/>
        <a:p>
          <a:endParaRPr lang="en-US"/>
        </a:p>
      </dgm:t>
    </dgm:pt>
    <dgm:pt modelId="{3D0F2963-4FAD-4B53-AFA2-26AAD51D8257}">
      <dgm:prSet custT="1"/>
      <dgm:spPr/>
      <dgm:t>
        <a:bodyPr/>
        <a:lstStyle/>
        <a:p>
          <a:pPr rtl="0"/>
          <a:r>
            <a:rPr lang="en-US" sz="1800" b="1" dirty="0" smtClean="0">
              <a:latin typeface="+mn-lt"/>
            </a:rPr>
            <a:t>Soil </a:t>
          </a:r>
        </a:p>
        <a:p>
          <a:pPr rtl="0"/>
          <a:r>
            <a:rPr lang="en-US" sz="1800" b="1" dirty="0" smtClean="0">
              <a:latin typeface="+mn-lt"/>
            </a:rPr>
            <a:t>fertility</a:t>
          </a:r>
          <a:endParaRPr lang="en-US" sz="1800" b="1" dirty="0">
            <a:latin typeface="+mn-lt"/>
          </a:endParaRPr>
        </a:p>
      </dgm:t>
    </dgm:pt>
    <dgm:pt modelId="{B80C0F1B-4DF5-4488-8974-3D93BFFD2CD0}" type="sibTrans" cxnId="{C565C5F7-DD6B-4FF3-AECC-C2643B11A3C0}">
      <dgm:prSet/>
      <dgm:spPr/>
      <dgm:t>
        <a:bodyPr/>
        <a:lstStyle/>
        <a:p>
          <a:endParaRPr lang="en-US"/>
        </a:p>
      </dgm:t>
    </dgm:pt>
    <dgm:pt modelId="{2E4EC1D5-308A-47B9-93FB-129FC44F23F7}" type="parTrans" cxnId="{C565C5F7-DD6B-4FF3-AECC-C2643B11A3C0}">
      <dgm:prSet/>
      <dgm:spPr/>
      <dgm:t>
        <a:bodyPr/>
        <a:lstStyle/>
        <a:p>
          <a:endParaRPr lang="en-US"/>
        </a:p>
      </dgm:t>
    </dgm:pt>
    <dgm:pt modelId="{D61E53D4-C57D-4468-9AA1-BCFE375F1C9D}" type="pres">
      <dgm:prSet presAssocID="{73B7C31C-F6F6-408D-B902-88FD1C6334C8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96DB1FE-6B5F-4AFB-B8C5-859008EC4FD5}" type="pres">
      <dgm:prSet presAssocID="{73B7C31C-F6F6-408D-B902-88FD1C6334C8}" presName="wedge1" presStyleLbl="node1" presStyleIdx="0" presStyleCnt="6" custScaleX="114186" custScaleY="112747" custLinFactNeighborX="-4008" custLinFactNeighborY="4614"/>
      <dgm:spPr/>
      <dgm:t>
        <a:bodyPr/>
        <a:lstStyle/>
        <a:p>
          <a:endParaRPr lang="en-US"/>
        </a:p>
      </dgm:t>
    </dgm:pt>
    <dgm:pt modelId="{FECDD119-61B6-41BB-8111-55267CB7C425}" type="pres">
      <dgm:prSet presAssocID="{73B7C31C-F6F6-408D-B902-88FD1C6334C8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6CDE5B-7BF4-4BC4-ACB1-75B410015674}" type="pres">
      <dgm:prSet presAssocID="{73B7C31C-F6F6-408D-B902-88FD1C6334C8}" presName="wedge2" presStyleLbl="node1" presStyleIdx="1" presStyleCnt="6" custScaleX="120042" custScaleY="101577" custLinFactNeighborX="-2113" custLinFactNeighborY="-113"/>
      <dgm:spPr/>
      <dgm:t>
        <a:bodyPr/>
        <a:lstStyle/>
        <a:p>
          <a:endParaRPr lang="en-US"/>
        </a:p>
      </dgm:t>
    </dgm:pt>
    <dgm:pt modelId="{5717E000-9599-4E19-932C-AB3F16EAD58B}" type="pres">
      <dgm:prSet presAssocID="{73B7C31C-F6F6-408D-B902-88FD1C6334C8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A2F933-6ABC-47B9-B514-8875B405B37B}" type="pres">
      <dgm:prSet presAssocID="{73B7C31C-F6F6-408D-B902-88FD1C6334C8}" presName="wedge3" presStyleLbl="node1" presStyleIdx="2" presStyleCnt="6" custScaleX="112241" custScaleY="110653" custLinFactNeighborX="0" custLinFactNeighborY="417"/>
      <dgm:spPr/>
      <dgm:t>
        <a:bodyPr/>
        <a:lstStyle/>
        <a:p>
          <a:endParaRPr lang="en-US"/>
        </a:p>
      </dgm:t>
    </dgm:pt>
    <dgm:pt modelId="{486CF87C-9A96-4602-9085-A8FFA80EE36A}" type="pres">
      <dgm:prSet presAssocID="{73B7C31C-F6F6-408D-B902-88FD1C6334C8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0177B0-10C4-4893-A2A6-7C97A9F344D6}" type="pres">
      <dgm:prSet presAssocID="{73B7C31C-F6F6-408D-B902-88FD1C6334C8}" presName="wedge4" presStyleLbl="node1" presStyleIdx="3" presStyleCnt="6" custScaleX="120258" custScaleY="117461" custLinFactNeighborX="0" custLinFactNeighborY="-3880"/>
      <dgm:spPr/>
      <dgm:t>
        <a:bodyPr/>
        <a:lstStyle/>
        <a:p>
          <a:endParaRPr lang="en-US"/>
        </a:p>
      </dgm:t>
    </dgm:pt>
    <dgm:pt modelId="{A3B13266-E6C2-4BCE-9804-A7FC0F78DE60}" type="pres">
      <dgm:prSet presAssocID="{73B7C31C-F6F6-408D-B902-88FD1C6334C8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2A2548-A85B-4748-8D9B-823FCD333891}" type="pres">
      <dgm:prSet presAssocID="{73B7C31C-F6F6-408D-B902-88FD1C6334C8}" presName="wedge5" presStyleLbl="node1" presStyleIdx="4" presStyleCnt="6" custScaleX="124267" custScaleY="97794" custLinFactNeighborX="415" custLinFactNeighborY="-1264"/>
      <dgm:spPr/>
      <dgm:t>
        <a:bodyPr/>
        <a:lstStyle/>
        <a:p>
          <a:endParaRPr lang="en-US"/>
        </a:p>
      </dgm:t>
    </dgm:pt>
    <dgm:pt modelId="{3E4BE6D2-C143-4668-ACF1-9D96291B6D03}" type="pres">
      <dgm:prSet presAssocID="{73B7C31C-F6F6-408D-B902-88FD1C6334C8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FED84B-9227-44C7-932C-78655125EB23}" type="pres">
      <dgm:prSet presAssocID="{73B7C31C-F6F6-408D-B902-88FD1C6334C8}" presName="wedge6" presStyleLbl="node1" presStyleIdx="5" presStyleCnt="6" custScaleX="116250" custScaleY="113828"/>
      <dgm:spPr/>
      <dgm:t>
        <a:bodyPr/>
        <a:lstStyle/>
        <a:p>
          <a:endParaRPr lang="en-US"/>
        </a:p>
      </dgm:t>
    </dgm:pt>
    <dgm:pt modelId="{CA085C86-0C23-4C6C-84F2-A0315C6C4B00}" type="pres">
      <dgm:prSet presAssocID="{73B7C31C-F6F6-408D-B902-88FD1C6334C8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F6A66C6-A16F-4E99-85C2-BAA959CD58F5}" type="presOf" srcId="{3D0F2963-4FAD-4B53-AFA2-26AAD51D8257}" destId="{CA085C86-0C23-4C6C-84F2-A0315C6C4B00}" srcOrd="1" destOrd="0" presId="urn:microsoft.com/office/officeart/2005/8/layout/chart3"/>
    <dgm:cxn modelId="{C5488B3D-458F-4182-8D88-EB3BD72CAF6F}" type="presOf" srcId="{4CA4508C-1343-49C2-8607-383D89FFB09A}" destId="{3E4BE6D2-C143-4668-ACF1-9D96291B6D03}" srcOrd="1" destOrd="0" presId="urn:microsoft.com/office/officeart/2005/8/layout/chart3"/>
    <dgm:cxn modelId="{3B7B3860-910D-4E6A-9B0C-3916F5475A70}" type="presOf" srcId="{48610CCC-39CD-4F61-97A0-B0417CF0065C}" destId="{F1A2F933-6ABC-47B9-B514-8875B405B37B}" srcOrd="0" destOrd="0" presId="urn:microsoft.com/office/officeart/2005/8/layout/chart3"/>
    <dgm:cxn modelId="{B4AB81A2-E1B1-4328-9D7B-E58850381D20}" srcId="{73B7C31C-F6F6-408D-B902-88FD1C6334C8}" destId="{C7E5F0A9-EBA5-4789-B6A9-44B4A90FEF62}" srcOrd="3" destOrd="0" parTransId="{001B3EBF-842A-4A00-A1E9-7102C89E2CC7}" sibTransId="{E32B23B6-5D45-461E-B4BB-FD57451D3184}"/>
    <dgm:cxn modelId="{5CDD76B8-75AB-41C2-8F23-F26EC6B94379}" type="presOf" srcId="{3DDD7191-AFDB-4D9B-B50B-8F1258F70D07}" destId="{FECDD119-61B6-41BB-8111-55267CB7C425}" srcOrd="1" destOrd="0" presId="urn:microsoft.com/office/officeart/2005/8/layout/chart3"/>
    <dgm:cxn modelId="{02BE694F-3828-4026-AF61-934B14CBF382}" type="presOf" srcId="{73B7C31C-F6F6-408D-B902-88FD1C6334C8}" destId="{D61E53D4-C57D-4468-9AA1-BCFE375F1C9D}" srcOrd="0" destOrd="0" presId="urn:microsoft.com/office/officeart/2005/8/layout/chart3"/>
    <dgm:cxn modelId="{E864257B-66F6-4DC0-A49B-6E2E087C022C}" type="presOf" srcId="{C7E5F0A9-EBA5-4789-B6A9-44B4A90FEF62}" destId="{A3B13266-E6C2-4BCE-9804-A7FC0F78DE60}" srcOrd="1" destOrd="0" presId="urn:microsoft.com/office/officeart/2005/8/layout/chart3"/>
    <dgm:cxn modelId="{C565C5F7-DD6B-4FF3-AECC-C2643B11A3C0}" srcId="{73B7C31C-F6F6-408D-B902-88FD1C6334C8}" destId="{3D0F2963-4FAD-4B53-AFA2-26AAD51D8257}" srcOrd="5" destOrd="0" parTransId="{2E4EC1D5-308A-47B9-93FB-129FC44F23F7}" sibTransId="{B80C0F1B-4DF5-4488-8974-3D93BFFD2CD0}"/>
    <dgm:cxn modelId="{736734F1-0CA7-43A2-8BDF-7BF23E4FC885}" type="presOf" srcId="{C7E5F0A9-EBA5-4789-B6A9-44B4A90FEF62}" destId="{990177B0-10C4-4893-A2A6-7C97A9F344D6}" srcOrd="0" destOrd="0" presId="urn:microsoft.com/office/officeart/2005/8/layout/chart3"/>
    <dgm:cxn modelId="{71A5B9CA-AEFE-41EE-A13A-5D9247655C63}" srcId="{73B7C31C-F6F6-408D-B902-88FD1C6334C8}" destId="{4CA4508C-1343-49C2-8607-383D89FFB09A}" srcOrd="4" destOrd="0" parTransId="{FD5C9F9D-07D0-4B20-92B3-6FA0340A7CD6}" sibTransId="{8690BDDE-FC91-41C3-B8BF-7B5E04258D36}"/>
    <dgm:cxn modelId="{B8BE3743-65D8-4A4C-BE42-5E31448A791F}" type="presOf" srcId="{3DDD7191-AFDB-4D9B-B50B-8F1258F70D07}" destId="{696DB1FE-6B5F-4AFB-B8C5-859008EC4FD5}" srcOrd="0" destOrd="0" presId="urn:microsoft.com/office/officeart/2005/8/layout/chart3"/>
    <dgm:cxn modelId="{4E9685E6-50FC-455E-8209-93E4A1A23FE0}" type="presOf" srcId="{48610CCC-39CD-4F61-97A0-B0417CF0065C}" destId="{486CF87C-9A96-4602-9085-A8FFA80EE36A}" srcOrd="1" destOrd="0" presId="urn:microsoft.com/office/officeart/2005/8/layout/chart3"/>
    <dgm:cxn modelId="{172CDEB1-BE9E-4A9C-BF4D-CED20AD680DC}" type="presOf" srcId="{AFC9C12E-CF18-43F7-9C33-54A0695F6DD6}" destId="{C16CDE5B-7BF4-4BC4-ACB1-75B410015674}" srcOrd="0" destOrd="0" presId="urn:microsoft.com/office/officeart/2005/8/layout/chart3"/>
    <dgm:cxn modelId="{14C98A2E-8A7C-45C2-811B-12CEAFAA04DD}" srcId="{73B7C31C-F6F6-408D-B902-88FD1C6334C8}" destId="{48610CCC-39CD-4F61-97A0-B0417CF0065C}" srcOrd="2" destOrd="0" parTransId="{53B26A6E-4BC7-40F5-BBDB-9503BAC2BB58}" sibTransId="{C0F7D99B-7985-4C5D-92A6-DDAE01433D49}"/>
    <dgm:cxn modelId="{9B3AAB2D-CAEE-4C48-B48D-418FEFE701E2}" srcId="{73B7C31C-F6F6-408D-B902-88FD1C6334C8}" destId="{3DDD7191-AFDB-4D9B-B50B-8F1258F70D07}" srcOrd="0" destOrd="0" parTransId="{576488C9-74E3-4CDD-AB21-FBC3E1449CDD}" sibTransId="{6735F83A-D59A-4D52-9DB6-4A21489EF5BF}"/>
    <dgm:cxn modelId="{0656A698-0CE3-4F15-8D97-EAE46FE57B39}" type="presOf" srcId="{AFC9C12E-CF18-43F7-9C33-54A0695F6DD6}" destId="{5717E000-9599-4E19-932C-AB3F16EAD58B}" srcOrd="1" destOrd="0" presId="urn:microsoft.com/office/officeart/2005/8/layout/chart3"/>
    <dgm:cxn modelId="{6F7760F8-6381-42F3-B18C-66078D126D49}" type="presOf" srcId="{3D0F2963-4FAD-4B53-AFA2-26AAD51D8257}" destId="{C8FED84B-9227-44C7-932C-78655125EB23}" srcOrd="0" destOrd="0" presId="urn:microsoft.com/office/officeart/2005/8/layout/chart3"/>
    <dgm:cxn modelId="{49031C3D-E52A-4462-89F0-46AC0615DD68}" srcId="{73B7C31C-F6F6-408D-B902-88FD1C6334C8}" destId="{AFC9C12E-CF18-43F7-9C33-54A0695F6DD6}" srcOrd="1" destOrd="0" parTransId="{6E403BFB-352D-40D1-9CE3-2DE4646DC2C7}" sibTransId="{944296ED-2442-47F5-8D23-C3A314FCF454}"/>
    <dgm:cxn modelId="{910ABDA2-0E59-47D7-BC10-56C68CAA3A7C}" type="presOf" srcId="{4CA4508C-1343-49C2-8607-383D89FFB09A}" destId="{F52A2548-A85B-4748-8D9B-823FCD333891}" srcOrd="0" destOrd="0" presId="urn:microsoft.com/office/officeart/2005/8/layout/chart3"/>
    <dgm:cxn modelId="{38C28D4E-6234-4817-BCAE-67E7EA38D99D}" type="presParOf" srcId="{D61E53D4-C57D-4468-9AA1-BCFE375F1C9D}" destId="{696DB1FE-6B5F-4AFB-B8C5-859008EC4FD5}" srcOrd="0" destOrd="0" presId="urn:microsoft.com/office/officeart/2005/8/layout/chart3"/>
    <dgm:cxn modelId="{92F9A152-C548-42BD-A85F-C03CE017EF3D}" type="presParOf" srcId="{D61E53D4-C57D-4468-9AA1-BCFE375F1C9D}" destId="{FECDD119-61B6-41BB-8111-55267CB7C425}" srcOrd="1" destOrd="0" presId="urn:microsoft.com/office/officeart/2005/8/layout/chart3"/>
    <dgm:cxn modelId="{3890C7A6-0B2E-4F08-ADB2-AF93A90B26C6}" type="presParOf" srcId="{D61E53D4-C57D-4468-9AA1-BCFE375F1C9D}" destId="{C16CDE5B-7BF4-4BC4-ACB1-75B410015674}" srcOrd="2" destOrd="0" presId="urn:microsoft.com/office/officeart/2005/8/layout/chart3"/>
    <dgm:cxn modelId="{DB763D4B-A899-4F35-9B90-06FF113DF34F}" type="presParOf" srcId="{D61E53D4-C57D-4468-9AA1-BCFE375F1C9D}" destId="{5717E000-9599-4E19-932C-AB3F16EAD58B}" srcOrd="3" destOrd="0" presId="urn:microsoft.com/office/officeart/2005/8/layout/chart3"/>
    <dgm:cxn modelId="{81340AE5-61EA-4049-9D16-92F50AD7876C}" type="presParOf" srcId="{D61E53D4-C57D-4468-9AA1-BCFE375F1C9D}" destId="{F1A2F933-6ABC-47B9-B514-8875B405B37B}" srcOrd="4" destOrd="0" presId="urn:microsoft.com/office/officeart/2005/8/layout/chart3"/>
    <dgm:cxn modelId="{485C33D7-6C18-48D2-8E19-F9DC0989D92D}" type="presParOf" srcId="{D61E53D4-C57D-4468-9AA1-BCFE375F1C9D}" destId="{486CF87C-9A96-4602-9085-A8FFA80EE36A}" srcOrd="5" destOrd="0" presId="urn:microsoft.com/office/officeart/2005/8/layout/chart3"/>
    <dgm:cxn modelId="{8F88617C-8357-4E68-A1CB-7D01AA1529D1}" type="presParOf" srcId="{D61E53D4-C57D-4468-9AA1-BCFE375F1C9D}" destId="{990177B0-10C4-4893-A2A6-7C97A9F344D6}" srcOrd="6" destOrd="0" presId="urn:microsoft.com/office/officeart/2005/8/layout/chart3"/>
    <dgm:cxn modelId="{17CD1A40-D41B-4F72-A9DB-8ED6A29F963E}" type="presParOf" srcId="{D61E53D4-C57D-4468-9AA1-BCFE375F1C9D}" destId="{A3B13266-E6C2-4BCE-9804-A7FC0F78DE60}" srcOrd="7" destOrd="0" presId="urn:microsoft.com/office/officeart/2005/8/layout/chart3"/>
    <dgm:cxn modelId="{A706737B-3174-4468-84E1-965848C17F2C}" type="presParOf" srcId="{D61E53D4-C57D-4468-9AA1-BCFE375F1C9D}" destId="{F52A2548-A85B-4748-8D9B-823FCD333891}" srcOrd="8" destOrd="0" presId="urn:microsoft.com/office/officeart/2005/8/layout/chart3"/>
    <dgm:cxn modelId="{F9640A5C-7C16-46CF-A6F5-C4746CA3DC95}" type="presParOf" srcId="{D61E53D4-C57D-4468-9AA1-BCFE375F1C9D}" destId="{3E4BE6D2-C143-4668-ACF1-9D96291B6D03}" srcOrd="9" destOrd="0" presId="urn:microsoft.com/office/officeart/2005/8/layout/chart3"/>
    <dgm:cxn modelId="{8DA6BA23-B344-4721-914E-51D155D9A30D}" type="presParOf" srcId="{D61E53D4-C57D-4468-9AA1-BCFE375F1C9D}" destId="{C8FED84B-9227-44C7-932C-78655125EB23}" srcOrd="10" destOrd="0" presId="urn:microsoft.com/office/officeart/2005/8/layout/chart3"/>
    <dgm:cxn modelId="{916E5D45-6A41-45AB-8321-DF7CE00B3BBA}" type="presParOf" srcId="{D61E53D4-C57D-4468-9AA1-BCFE375F1C9D}" destId="{CA085C86-0C23-4C6C-84F2-A0315C6C4B00}" srcOrd="11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EDCA5C-B01A-4F0C-9187-E0C03AD42AF2}" type="doc">
      <dgm:prSet loTypeId="urn:microsoft.com/office/officeart/2005/8/layout/vProcess5" loCatId="process" qsTypeId="urn:microsoft.com/office/officeart/2005/8/quickstyle/simple1" qsCatId="simple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59B8203B-0825-43EC-B102-5F2C938C1F2F}">
      <dgm:prSet phldrT="[Text]"/>
      <dgm:spPr/>
      <dgm:t>
        <a:bodyPr/>
        <a:lstStyle/>
        <a:p>
          <a:r>
            <a:rPr lang="en-US" dirty="0" smtClean="0"/>
            <a:t>Zero budget natural farming</a:t>
          </a:r>
          <a:endParaRPr lang="en-US" dirty="0"/>
        </a:p>
      </dgm:t>
    </dgm:pt>
    <dgm:pt modelId="{A37C31AD-CE80-4E27-B3B8-21F3D004C95F}" type="parTrans" cxnId="{492BA2B3-05D7-4D59-B153-993503F8A62F}">
      <dgm:prSet/>
      <dgm:spPr/>
      <dgm:t>
        <a:bodyPr/>
        <a:lstStyle/>
        <a:p>
          <a:endParaRPr lang="en-US"/>
        </a:p>
      </dgm:t>
    </dgm:pt>
    <dgm:pt modelId="{4096D477-AD92-48C0-882D-26D489A711E9}" type="sibTrans" cxnId="{492BA2B3-05D7-4D59-B153-993503F8A62F}">
      <dgm:prSet/>
      <dgm:spPr/>
      <dgm:t>
        <a:bodyPr/>
        <a:lstStyle/>
        <a:p>
          <a:endParaRPr lang="en-US"/>
        </a:p>
      </dgm:t>
    </dgm:pt>
    <dgm:pt modelId="{0AD5616F-E62B-4286-A3A6-F985A1FA043E}">
      <dgm:prSet phldrT="[Text]"/>
      <dgm:spPr/>
      <dgm:t>
        <a:bodyPr/>
        <a:lstStyle/>
        <a:p>
          <a:r>
            <a:rPr lang="en-US" smtClean="0"/>
            <a:t>Jeeva </a:t>
          </a:r>
          <a:r>
            <a:rPr lang="en-US" dirty="0" err="1" smtClean="0"/>
            <a:t>amruth</a:t>
          </a:r>
          <a:endParaRPr lang="en-US" dirty="0"/>
        </a:p>
      </dgm:t>
    </dgm:pt>
    <dgm:pt modelId="{42E96277-D4AB-46E7-BB39-56D1AC9E009B}" type="parTrans" cxnId="{56EE3A1D-8717-411D-B552-0F548B25589E}">
      <dgm:prSet/>
      <dgm:spPr/>
      <dgm:t>
        <a:bodyPr/>
        <a:lstStyle/>
        <a:p>
          <a:endParaRPr lang="en-US"/>
        </a:p>
      </dgm:t>
    </dgm:pt>
    <dgm:pt modelId="{9F2991D5-66C2-4785-A20C-C696B080EFBB}" type="sibTrans" cxnId="{56EE3A1D-8717-411D-B552-0F548B25589E}">
      <dgm:prSet/>
      <dgm:spPr/>
      <dgm:t>
        <a:bodyPr/>
        <a:lstStyle/>
        <a:p>
          <a:endParaRPr lang="en-US"/>
        </a:p>
      </dgm:t>
    </dgm:pt>
    <dgm:pt modelId="{79FEF847-AEE9-4D4D-886C-EFB5DDC9AD24}">
      <dgm:prSet phldrT="[Text]"/>
      <dgm:spPr/>
      <dgm:t>
        <a:bodyPr/>
        <a:lstStyle/>
        <a:p>
          <a:r>
            <a:rPr lang="en-US" dirty="0" smtClean="0"/>
            <a:t>Waking up of farmer’s friend (soil fertility)</a:t>
          </a:r>
          <a:endParaRPr lang="en-US" dirty="0"/>
        </a:p>
      </dgm:t>
    </dgm:pt>
    <dgm:pt modelId="{7E1038B5-D521-46E2-B6D1-18D559FDC417}" type="sibTrans" cxnId="{3D2A41BB-45DC-4592-8B0D-172D7AF6CB28}">
      <dgm:prSet/>
      <dgm:spPr/>
      <dgm:t>
        <a:bodyPr/>
        <a:lstStyle/>
        <a:p>
          <a:endParaRPr lang="en-US"/>
        </a:p>
      </dgm:t>
    </dgm:pt>
    <dgm:pt modelId="{87AC2690-7079-4D1E-B7A3-216EFE11EE3D}" type="parTrans" cxnId="{3D2A41BB-45DC-4592-8B0D-172D7AF6CB28}">
      <dgm:prSet/>
      <dgm:spPr/>
      <dgm:t>
        <a:bodyPr/>
        <a:lstStyle/>
        <a:p>
          <a:endParaRPr lang="en-US"/>
        </a:p>
      </dgm:t>
    </dgm:pt>
    <dgm:pt modelId="{B4AF7BC2-2422-4C98-9E71-76D08FB0C3E2}" type="pres">
      <dgm:prSet presAssocID="{AAEDCA5C-B01A-4F0C-9187-E0C03AD42AF2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036DF31-1861-41A4-84A0-16FB7052618B}" type="pres">
      <dgm:prSet presAssocID="{AAEDCA5C-B01A-4F0C-9187-E0C03AD42AF2}" presName="dummyMaxCanvas" presStyleCnt="0">
        <dgm:presLayoutVars/>
      </dgm:prSet>
      <dgm:spPr/>
      <dgm:t>
        <a:bodyPr/>
        <a:lstStyle/>
        <a:p>
          <a:endParaRPr lang="en-US"/>
        </a:p>
      </dgm:t>
    </dgm:pt>
    <dgm:pt modelId="{0DCA1C55-0EBF-4B9C-8F32-1EF59C2E32E7}" type="pres">
      <dgm:prSet presAssocID="{AAEDCA5C-B01A-4F0C-9187-E0C03AD42AF2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4F17A1-1494-49C5-BC9D-E1F6904599A7}" type="pres">
      <dgm:prSet presAssocID="{AAEDCA5C-B01A-4F0C-9187-E0C03AD42AF2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05474E-A0D6-45B9-93AF-A8B2803ACAE7}" type="pres">
      <dgm:prSet presAssocID="{AAEDCA5C-B01A-4F0C-9187-E0C03AD42AF2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7E5B6A-179B-4001-9976-73CC3D88D5C9}" type="pres">
      <dgm:prSet presAssocID="{AAEDCA5C-B01A-4F0C-9187-E0C03AD42AF2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053C11-34B4-4243-8E3C-90372C862093}" type="pres">
      <dgm:prSet presAssocID="{AAEDCA5C-B01A-4F0C-9187-E0C03AD42AF2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4FC2D9-3060-42FD-B8D4-AAF28084264F}" type="pres">
      <dgm:prSet presAssocID="{AAEDCA5C-B01A-4F0C-9187-E0C03AD42AF2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36AFCB-FD98-4C93-A755-AD36FA7AB816}" type="pres">
      <dgm:prSet presAssocID="{AAEDCA5C-B01A-4F0C-9187-E0C03AD42AF2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755D4C-8197-4E9A-B3E3-50CD209F57CA}" type="pres">
      <dgm:prSet presAssocID="{AAEDCA5C-B01A-4F0C-9187-E0C03AD42AF2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92BA2B3-05D7-4D59-B153-993503F8A62F}" srcId="{AAEDCA5C-B01A-4F0C-9187-E0C03AD42AF2}" destId="{59B8203B-0825-43EC-B102-5F2C938C1F2F}" srcOrd="0" destOrd="0" parTransId="{A37C31AD-CE80-4E27-B3B8-21F3D004C95F}" sibTransId="{4096D477-AD92-48C0-882D-26D489A711E9}"/>
    <dgm:cxn modelId="{6ABB5713-953D-4112-9B1C-81BE9F7B24EB}" type="presOf" srcId="{0AD5616F-E62B-4286-A3A6-F985A1FA043E}" destId="{5D05474E-A0D6-45B9-93AF-A8B2803ACAE7}" srcOrd="0" destOrd="0" presId="urn:microsoft.com/office/officeart/2005/8/layout/vProcess5"/>
    <dgm:cxn modelId="{56EE3A1D-8717-411D-B552-0F548B25589E}" srcId="{AAEDCA5C-B01A-4F0C-9187-E0C03AD42AF2}" destId="{0AD5616F-E62B-4286-A3A6-F985A1FA043E}" srcOrd="2" destOrd="0" parTransId="{42E96277-D4AB-46E7-BB39-56D1AC9E009B}" sibTransId="{9F2991D5-66C2-4785-A20C-C696B080EFBB}"/>
    <dgm:cxn modelId="{68C5428B-5088-47FC-AEAF-C9DA65811B11}" type="presOf" srcId="{AAEDCA5C-B01A-4F0C-9187-E0C03AD42AF2}" destId="{B4AF7BC2-2422-4C98-9E71-76D08FB0C3E2}" srcOrd="0" destOrd="0" presId="urn:microsoft.com/office/officeart/2005/8/layout/vProcess5"/>
    <dgm:cxn modelId="{32F4801E-0CC3-4537-B7C5-D41F5D539ACE}" type="presOf" srcId="{79FEF847-AEE9-4D4D-886C-EFB5DDC9AD24}" destId="{2A36AFCB-FD98-4C93-A755-AD36FA7AB816}" srcOrd="1" destOrd="0" presId="urn:microsoft.com/office/officeart/2005/8/layout/vProcess5"/>
    <dgm:cxn modelId="{7BA59094-5836-40A5-BAA4-0FBC1D8178EE}" type="presOf" srcId="{79FEF847-AEE9-4D4D-886C-EFB5DDC9AD24}" destId="{664F17A1-1494-49C5-BC9D-E1F6904599A7}" srcOrd="0" destOrd="0" presId="urn:microsoft.com/office/officeart/2005/8/layout/vProcess5"/>
    <dgm:cxn modelId="{DBB4C036-7651-484A-808A-3C02EB9AFAF7}" type="presOf" srcId="{7E1038B5-D521-46E2-B6D1-18D559FDC417}" destId="{F4053C11-34B4-4243-8E3C-90372C862093}" srcOrd="0" destOrd="0" presId="urn:microsoft.com/office/officeart/2005/8/layout/vProcess5"/>
    <dgm:cxn modelId="{E2F54829-A46F-41F5-9E3A-8A5B31068719}" type="presOf" srcId="{59B8203B-0825-43EC-B102-5F2C938C1F2F}" destId="{0DCA1C55-0EBF-4B9C-8F32-1EF59C2E32E7}" srcOrd="0" destOrd="0" presId="urn:microsoft.com/office/officeart/2005/8/layout/vProcess5"/>
    <dgm:cxn modelId="{E84F5C6B-51E3-4711-A16E-572BF12A259C}" type="presOf" srcId="{0AD5616F-E62B-4286-A3A6-F985A1FA043E}" destId="{10755D4C-8197-4E9A-B3E3-50CD209F57CA}" srcOrd="1" destOrd="0" presId="urn:microsoft.com/office/officeart/2005/8/layout/vProcess5"/>
    <dgm:cxn modelId="{28DBB072-CC83-4289-9AEC-9889CA7756C2}" type="presOf" srcId="{59B8203B-0825-43EC-B102-5F2C938C1F2F}" destId="{3B4FC2D9-3060-42FD-B8D4-AAF28084264F}" srcOrd="1" destOrd="0" presId="urn:microsoft.com/office/officeart/2005/8/layout/vProcess5"/>
    <dgm:cxn modelId="{3D2A41BB-45DC-4592-8B0D-172D7AF6CB28}" srcId="{AAEDCA5C-B01A-4F0C-9187-E0C03AD42AF2}" destId="{79FEF847-AEE9-4D4D-886C-EFB5DDC9AD24}" srcOrd="1" destOrd="0" parTransId="{87AC2690-7079-4D1E-B7A3-216EFE11EE3D}" sibTransId="{7E1038B5-D521-46E2-B6D1-18D559FDC417}"/>
    <dgm:cxn modelId="{5031A6D7-53F5-4692-AC45-91455188062E}" type="presOf" srcId="{4096D477-AD92-48C0-882D-26D489A711E9}" destId="{667E5B6A-179B-4001-9976-73CC3D88D5C9}" srcOrd="0" destOrd="0" presId="urn:microsoft.com/office/officeart/2005/8/layout/vProcess5"/>
    <dgm:cxn modelId="{3BEF7372-6CE1-4B80-9B35-DA0050969AF7}" type="presParOf" srcId="{B4AF7BC2-2422-4C98-9E71-76D08FB0C3E2}" destId="{9036DF31-1861-41A4-84A0-16FB7052618B}" srcOrd="0" destOrd="0" presId="urn:microsoft.com/office/officeart/2005/8/layout/vProcess5"/>
    <dgm:cxn modelId="{F14A44AE-373B-46C6-BC8B-D978FDC8B622}" type="presParOf" srcId="{B4AF7BC2-2422-4C98-9E71-76D08FB0C3E2}" destId="{0DCA1C55-0EBF-4B9C-8F32-1EF59C2E32E7}" srcOrd="1" destOrd="0" presId="urn:microsoft.com/office/officeart/2005/8/layout/vProcess5"/>
    <dgm:cxn modelId="{26043845-B2EC-487B-A421-48A2DAC91FC6}" type="presParOf" srcId="{B4AF7BC2-2422-4C98-9E71-76D08FB0C3E2}" destId="{664F17A1-1494-49C5-BC9D-E1F6904599A7}" srcOrd="2" destOrd="0" presId="urn:microsoft.com/office/officeart/2005/8/layout/vProcess5"/>
    <dgm:cxn modelId="{0CBECBDD-5A69-42A0-8644-B1ED771EABF5}" type="presParOf" srcId="{B4AF7BC2-2422-4C98-9E71-76D08FB0C3E2}" destId="{5D05474E-A0D6-45B9-93AF-A8B2803ACAE7}" srcOrd="3" destOrd="0" presId="urn:microsoft.com/office/officeart/2005/8/layout/vProcess5"/>
    <dgm:cxn modelId="{4CCB054D-64DF-4BDF-B048-10D4DD1ECF4B}" type="presParOf" srcId="{B4AF7BC2-2422-4C98-9E71-76D08FB0C3E2}" destId="{667E5B6A-179B-4001-9976-73CC3D88D5C9}" srcOrd="4" destOrd="0" presId="urn:microsoft.com/office/officeart/2005/8/layout/vProcess5"/>
    <dgm:cxn modelId="{D4D2C618-4496-4304-AC6B-4AE9720489F1}" type="presParOf" srcId="{B4AF7BC2-2422-4C98-9E71-76D08FB0C3E2}" destId="{F4053C11-34B4-4243-8E3C-90372C862093}" srcOrd="5" destOrd="0" presId="urn:microsoft.com/office/officeart/2005/8/layout/vProcess5"/>
    <dgm:cxn modelId="{4006D688-6B92-48EB-AEE9-334E46C8A73B}" type="presParOf" srcId="{B4AF7BC2-2422-4C98-9E71-76D08FB0C3E2}" destId="{3B4FC2D9-3060-42FD-B8D4-AAF28084264F}" srcOrd="6" destOrd="0" presId="urn:microsoft.com/office/officeart/2005/8/layout/vProcess5"/>
    <dgm:cxn modelId="{E2C97817-ECBE-4C62-9DD1-86CB45989A0D}" type="presParOf" srcId="{B4AF7BC2-2422-4C98-9E71-76D08FB0C3E2}" destId="{2A36AFCB-FD98-4C93-A755-AD36FA7AB816}" srcOrd="7" destOrd="0" presId="urn:microsoft.com/office/officeart/2005/8/layout/vProcess5"/>
    <dgm:cxn modelId="{B6B90B4F-0AF3-474B-875F-EC20C7498C0E}" type="presParOf" srcId="{B4AF7BC2-2422-4C98-9E71-76D08FB0C3E2}" destId="{10755D4C-8197-4E9A-B3E3-50CD209F57C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727DDE-DD46-440D-B178-A40D7BE9CC4A}" type="doc">
      <dgm:prSet loTypeId="urn:microsoft.com/office/officeart/2005/8/layout/lProcess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4E3B958-190C-4F9D-AD97-E9D0C2B1E177}">
      <dgm:prSet phldrT="[Text]"/>
      <dgm:spPr/>
      <dgm:t>
        <a:bodyPr/>
        <a:lstStyle/>
        <a:p>
          <a:r>
            <a:rPr lang="en-US" dirty="0" smtClean="0"/>
            <a:t>20 lit</a:t>
          </a:r>
          <a:endParaRPr lang="en-US" dirty="0"/>
        </a:p>
      </dgm:t>
    </dgm:pt>
    <dgm:pt modelId="{59F32C66-BC62-4126-98E5-E11AFB4ECB1D}" type="parTrans" cxnId="{945969CC-7214-4450-9239-E1B9149A0855}">
      <dgm:prSet/>
      <dgm:spPr/>
      <dgm:t>
        <a:bodyPr/>
        <a:lstStyle/>
        <a:p>
          <a:endParaRPr lang="en-US"/>
        </a:p>
      </dgm:t>
    </dgm:pt>
    <dgm:pt modelId="{7A7E91C9-20A9-44C3-AEEB-1C48AB0BE309}" type="sibTrans" cxnId="{945969CC-7214-4450-9239-E1B9149A0855}">
      <dgm:prSet/>
      <dgm:spPr/>
      <dgm:t>
        <a:bodyPr/>
        <a:lstStyle/>
        <a:p>
          <a:endParaRPr lang="en-US"/>
        </a:p>
      </dgm:t>
    </dgm:pt>
    <dgm:pt modelId="{C7598BF4-0636-41EB-AF4C-D53C4BA69E67}">
      <dgm:prSet phldrT="[Text]" custT="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 sz="1800" dirty="0">
            <a:solidFill>
              <a:srgbClr val="FF0000"/>
            </a:solidFill>
          </a:endParaRPr>
        </a:p>
      </dgm:t>
    </dgm:pt>
    <dgm:pt modelId="{A2F957F6-7F25-4CD2-A8C4-E8BE036F244F}" type="parTrans" cxnId="{D1A3D2D8-B210-49DC-B9F4-2F9EAE6ECB2B}">
      <dgm:prSet/>
      <dgm:spPr/>
      <dgm:t>
        <a:bodyPr/>
        <a:lstStyle/>
        <a:p>
          <a:endParaRPr lang="en-US"/>
        </a:p>
      </dgm:t>
    </dgm:pt>
    <dgm:pt modelId="{E3D3AB75-CB98-49F5-A4F9-29E16F1DD913}" type="sibTrans" cxnId="{D1A3D2D8-B210-49DC-B9F4-2F9EAE6ECB2B}">
      <dgm:prSet/>
      <dgm:spPr/>
      <dgm:t>
        <a:bodyPr/>
        <a:lstStyle/>
        <a:p>
          <a:endParaRPr lang="en-US"/>
        </a:p>
      </dgm:t>
    </dgm:pt>
    <dgm:pt modelId="{225436CF-DED4-48FA-814B-709F624FC521}">
      <dgm:prSet phldrT="[Text]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US" dirty="0" smtClean="0"/>
            <a:t>Tobacco leaves</a:t>
          </a:r>
          <a:endParaRPr lang="en-US" dirty="0"/>
        </a:p>
      </dgm:t>
    </dgm:pt>
    <dgm:pt modelId="{6979C677-4F8E-4AF5-85E5-2C6F129DD244}" type="parTrans" cxnId="{A68CD70D-97AE-4182-89F4-397BF4D30527}">
      <dgm:prSet/>
      <dgm:spPr/>
      <dgm:t>
        <a:bodyPr/>
        <a:lstStyle/>
        <a:p>
          <a:endParaRPr lang="en-US"/>
        </a:p>
      </dgm:t>
    </dgm:pt>
    <dgm:pt modelId="{D73CCA43-DF8D-4B33-A62C-FE51E01CC9C7}" type="sibTrans" cxnId="{A68CD70D-97AE-4182-89F4-397BF4D30527}">
      <dgm:prSet/>
      <dgm:spPr/>
      <dgm:t>
        <a:bodyPr/>
        <a:lstStyle/>
        <a:p>
          <a:endParaRPr lang="en-US"/>
        </a:p>
      </dgm:t>
    </dgm:pt>
    <dgm:pt modelId="{581C9CD4-5B1A-4B01-AFE4-6F97973BB097}">
      <dgm:prSet phldrT="[Text]"/>
      <dgm:spPr/>
      <dgm:t>
        <a:bodyPr/>
        <a:lstStyle/>
        <a:p>
          <a:r>
            <a:rPr lang="en-US" dirty="0" smtClean="0"/>
            <a:t>3kg</a:t>
          </a:r>
          <a:endParaRPr lang="en-US" dirty="0"/>
        </a:p>
      </dgm:t>
    </dgm:pt>
    <dgm:pt modelId="{8CDC8E09-09A9-4B6C-973A-99884D37089E}" type="parTrans" cxnId="{A3B427C5-460C-42D9-BA3B-4E4267B302CE}">
      <dgm:prSet/>
      <dgm:spPr/>
      <dgm:t>
        <a:bodyPr/>
        <a:lstStyle/>
        <a:p>
          <a:endParaRPr lang="en-US"/>
        </a:p>
      </dgm:t>
    </dgm:pt>
    <dgm:pt modelId="{4E506CA7-6C24-4AD1-94FE-12E1A975CA1B}" type="sibTrans" cxnId="{A3B427C5-460C-42D9-BA3B-4E4267B302CE}">
      <dgm:prSet/>
      <dgm:spPr/>
      <dgm:t>
        <a:bodyPr/>
        <a:lstStyle/>
        <a:p>
          <a:endParaRPr lang="en-US"/>
        </a:p>
      </dgm:t>
    </dgm:pt>
    <dgm:pt modelId="{529F3316-7D2F-4C04-BD54-591944C08B9E}">
      <dgm:prSet phldrT="[Text]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en-US" dirty="0"/>
        </a:p>
      </dgm:t>
    </dgm:pt>
    <dgm:pt modelId="{391D6A36-BDE1-4988-A22F-609762B52F09}" type="parTrans" cxnId="{88858DEC-68F8-46B6-BF03-9209559D206A}">
      <dgm:prSet/>
      <dgm:spPr/>
      <dgm:t>
        <a:bodyPr/>
        <a:lstStyle/>
        <a:p>
          <a:endParaRPr lang="en-US"/>
        </a:p>
      </dgm:t>
    </dgm:pt>
    <dgm:pt modelId="{5F41E35F-3534-4E79-B430-3F23C979A051}" type="sibTrans" cxnId="{88858DEC-68F8-46B6-BF03-9209559D206A}">
      <dgm:prSet/>
      <dgm:spPr/>
      <dgm:t>
        <a:bodyPr/>
        <a:lstStyle/>
        <a:p>
          <a:endParaRPr lang="en-US"/>
        </a:p>
      </dgm:t>
    </dgm:pt>
    <dgm:pt modelId="{136BF910-B8B7-4F92-856E-400313705737}">
      <dgm:prSet phldrT="[Text]" custT="1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r>
            <a:rPr lang="en-US" sz="2800" b="1" dirty="0" smtClean="0">
              <a:solidFill>
                <a:srgbClr val="0000FF"/>
              </a:solidFill>
            </a:rPr>
            <a:t>0.5kg</a:t>
          </a:r>
          <a:endParaRPr lang="en-US" sz="2800" b="1" dirty="0">
            <a:solidFill>
              <a:srgbClr val="0000FF"/>
            </a:solidFill>
          </a:endParaRPr>
        </a:p>
      </dgm:t>
    </dgm:pt>
    <dgm:pt modelId="{7BD51437-67D6-49F5-8639-52161BD0F3E4}" type="parTrans" cxnId="{1E7C00C7-BD9E-4D67-AA0D-C6A949C50160}">
      <dgm:prSet/>
      <dgm:spPr/>
      <dgm:t>
        <a:bodyPr/>
        <a:lstStyle/>
        <a:p>
          <a:endParaRPr lang="en-US"/>
        </a:p>
      </dgm:t>
    </dgm:pt>
    <dgm:pt modelId="{4A94BB3C-9977-4127-A1D1-9B5A055DC259}" type="sibTrans" cxnId="{1E7C00C7-BD9E-4D67-AA0D-C6A949C50160}">
      <dgm:prSet/>
      <dgm:spPr/>
      <dgm:t>
        <a:bodyPr/>
        <a:lstStyle/>
        <a:p>
          <a:endParaRPr lang="en-US"/>
        </a:p>
      </dgm:t>
    </dgm:pt>
    <dgm:pt modelId="{54FF25C2-7C6F-4798-A994-E024A6C7C782}">
      <dgm:prSet phldrT="[Text]"/>
      <dgm:spPr/>
      <dgm:t>
        <a:bodyPr/>
        <a:lstStyle/>
        <a:p>
          <a:r>
            <a:rPr lang="en-US" dirty="0" smtClean="0"/>
            <a:t>3kg</a:t>
          </a:r>
          <a:endParaRPr lang="en-US" dirty="0"/>
        </a:p>
      </dgm:t>
    </dgm:pt>
    <dgm:pt modelId="{DDD99CEB-3F25-46DF-8226-0F438B23F328}" type="parTrans" cxnId="{072E1049-70FA-4DE8-AE89-48AE486DC257}">
      <dgm:prSet/>
      <dgm:spPr/>
      <dgm:t>
        <a:bodyPr/>
        <a:lstStyle/>
        <a:p>
          <a:endParaRPr lang="en-US"/>
        </a:p>
      </dgm:t>
    </dgm:pt>
    <dgm:pt modelId="{57516044-7E54-4FAE-A2AC-E305C75204D9}" type="sibTrans" cxnId="{072E1049-70FA-4DE8-AE89-48AE486DC257}">
      <dgm:prSet/>
      <dgm:spPr/>
      <dgm:t>
        <a:bodyPr/>
        <a:lstStyle/>
        <a:p>
          <a:endParaRPr lang="en-US"/>
        </a:p>
      </dgm:t>
    </dgm:pt>
    <dgm:pt modelId="{8088B491-1BE1-486E-AA4E-DB5A6CE3D881}">
      <dgm:prSet phldrT="[Text]"/>
      <dgm:spPr>
        <a:blipFill rotWithShape="0">
          <a:blip xmlns:r="http://schemas.openxmlformats.org/officeDocument/2006/relationships" r:embed="rId5"/>
          <a:stretch>
            <a:fillRect/>
          </a:stretch>
        </a:blipFill>
      </dgm:spPr>
      <dgm:t>
        <a:bodyPr/>
        <a:lstStyle/>
        <a:p>
          <a:r>
            <a:rPr lang="en-US" dirty="0" smtClean="0">
              <a:solidFill>
                <a:srgbClr val="0000FF"/>
              </a:solidFill>
            </a:rPr>
            <a:t>Custard apple leaves</a:t>
          </a:r>
          <a:endParaRPr lang="en-US" dirty="0">
            <a:solidFill>
              <a:srgbClr val="0000FF"/>
            </a:solidFill>
          </a:endParaRPr>
        </a:p>
      </dgm:t>
    </dgm:pt>
    <dgm:pt modelId="{A08BFDD6-8FB1-476C-9453-FBF72E16A802}" type="parTrans" cxnId="{9EC88DD1-DDFD-45C0-A249-ED4FC87AB821}">
      <dgm:prSet/>
      <dgm:spPr/>
      <dgm:t>
        <a:bodyPr/>
        <a:lstStyle/>
        <a:p>
          <a:endParaRPr lang="en-US"/>
        </a:p>
      </dgm:t>
    </dgm:pt>
    <dgm:pt modelId="{557DEC35-8022-4859-870C-97E9207DA195}" type="sibTrans" cxnId="{9EC88DD1-DDFD-45C0-A249-ED4FC87AB821}">
      <dgm:prSet/>
      <dgm:spPr/>
      <dgm:t>
        <a:bodyPr/>
        <a:lstStyle/>
        <a:p>
          <a:endParaRPr lang="en-US"/>
        </a:p>
      </dgm:t>
    </dgm:pt>
    <dgm:pt modelId="{769C0E83-232A-4956-A682-7940B9AD10AF}">
      <dgm:prSet phldrT="[Text]" custT="1"/>
      <dgm:spPr>
        <a:blipFill rotWithShape="0">
          <a:blip xmlns:r="http://schemas.openxmlformats.org/officeDocument/2006/relationships" r:embed="rId6"/>
          <a:stretch>
            <a:fillRect/>
          </a:stretch>
        </a:blipFill>
      </dgm:spPr>
      <dgm:t>
        <a:bodyPr/>
        <a:lstStyle/>
        <a:p>
          <a:r>
            <a:rPr lang="en-US" sz="2800" b="1" smtClean="0"/>
            <a:t>0.5kg</a:t>
          </a:r>
          <a:endParaRPr lang="en-US" sz="2800" b="1" dirty="0"/>
        </a:p>
      </dgm:t>
    </dgm:pt>
    <dgm:pt modelId="{6E297D79-E11E-4662-9254-1B49C0264B39}" type="parTrans" cxnId="{D65A1560-E1AC-44C3-99DA-C76712A684F4}">
      <dgm:prSet/>
      <dgm:spPr/>
      <dgm:t>
        <a:bodyPr/>
        <a:lstStyle/>
        <a:p>
          <a:endParaRPr lang="en-US"/>
        </a:p>
      </dgm:t>
    </dgm:pt>
    <dgm:pt modelId="{C0D9963A-AE8A-4255-82CC-761FCDCC176C}" type="sibTrans" cxnId="{D65A1560-E1AC-44C3-99DA-C76712A684F4}">
      <dgm:prSet/>
      <dgm:spPr/>
      <dgm:t>
        <a:bodyPr/>
        <a:lstStyle/>
        <a:p>
          <a:endParaRPr lang="en-US"/>
        </a:p>
      </dgm:t>
    </dgm:pt>
    <dgm:pt modelId="{30EAC2B5-7301-4EC3-9627-28A20B1B43D9}" type="pres">
      <dgm:prSet presAssocID="{2D727DDE-DD46-440D-B178-A40D7BE9CC4A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F2B2285-6D8C-4F03-9E56-4CBA65E5595F}" type="pres">
      <dgm:prSet presAssocID="{C4E3B958-190C-4F9D-AD97-E9D0C2B1E177}" presName="compNode" presStyleCnt="0"/>
      <dgm:spPr/>
      <dgm:t>
        <a:bodyPr/>
        <a:lstStyle/>
        <a:p>
          <a:endParaRPr lang="en-US"/>
        </a:p>
      </dgm:t>
    </dgm:pt>
    <dgm:pt modelId="{98769980-AC4E-4E62-96CA-4D36ABBCFE2A}" type="pres">
      <dgm:prSet presAssocID="{C4E3B958-190C-4F9D-AD97-E9D0C2B1E177}" presName="aNode" presStyleLbl="bgShp" presStyleIdx="0" presStyleCnt="3"/>
      <dgm:spPr/>
      <dgm:t>
        <a:bodyPr/>
        <a:lstStyle/>
        <a:p>
          <a:endParaRPr lang="en-US"/>
        </a:p>
      </dgm:t>
    </dgm:pt>
    <dgm:pt modelId="{E2362EB9-AF2A-43A8-BDDF-1C4BBDE2476D}" type="pres">
      <dgm:prSet presAssocID="{C4E3B958-190C-4F9D-AD97-E9D0C2B1E177}" presName="textNode" presStyleLbl="bgShp" presStyleIdx="0" presStyleCnt="3"/>
      <dgm:spPr/>
      <dgm:t>
        <a:bodyPr/>
        <a:lstStyle/>
        <a:p>
          <a:endParaRPr lang="en-US"/>
        </a:p>
      </dgm:t>
    </dgm:pt>
    <dgm:pt modelId="{EC3A6777-C4B3-44E0-AF17-2EA3339288B8}" type="pres">
      <dgm:prSet presAssocID="{C4E3B958-190C-4F9D-AD97-E9D0C2B1E177}" presName="compChildNode" presStyleCnt="0"/>
      <dgm:spPr/>
      <dgm:t>
        <a:bodyPr/>
        <a:lstStyle/>
        <a:p>
          <a:endParaRPr lang="en-US"/>
        </a:p>
      </dgm:t>
    </dgm:pt>
    <dgm:pt modelId="{5ECB8DA7-4248-4DDB-84D6-09FE21A47F9E}" type="pres">
      <dgm:prSet presAssocID="{C4E3B958-190C-4F9D-AD97-E9D0C2B1E177}" presName="theInnerList" presStyleCnt="0"/>
      <dgm:spPr/>
      <dgm:t>
        <a:bodyPr/>
        <a:lstStyle/>
        <a:p>
          <a:endParaRPr lang="en-US"/>
        </a:p>
      </dgm:t>
    </dgm:pt>
    <dgm:pt modelId="{10CBC386-9859-4C9A-8C54-1D0E2BB72775}" type="pres">
      <dgm:prSet presAssocID="{C7598BF4-0636-41EB-AF4C-D53C4BA69E67}" presName="child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72D4C4-885B-4615-BC1D-06890D22C027}" type="pres">
      <dgm:prSet presAssocID="{C7598BF4-0636-41EB-AF4C-D53C4BA69E67}" presName="aSpace2" presStyleCnt="0"/>
      <dgm:spPr/>
      <dgm:t>
        <a:bodyPr/>
        <a:lstStyle/>
        <a:p>
          <a:endParaRPr lang="en-US"/>
        </a:p>
      </dgm:t>
    </dgm:pt>
    <dgm:pt modelId="{48328511-CAD6-4292-9DA2-1B99C410D863}" type="pres">
      <dgm:prSet presAssocID="{225436CF-DED4-48FA-814B-709F624FC521}" presName="child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0497A7-1C92-4B7D-BD75-B002C23E0AFC}" type="pres">
      <dgm:prSet presAssocID="{C4E3B958-190C-4F9D-AD97-E9D0C2B1E177}" presName="aSpace" presStyleCnt="0"/>
      <dgm:spPr/>
      <dgm:t>
        <a:bodyPr/>
        <a:lstStyle/>
        <a:p>
          <a:endParaRPr lang="en-US"/>
        </a:p>
      </dgm:t>
    </dgm:pt>
    <dgm:pt modelId="{E5FA4147-CD21-410E-AF3F-0FE23AFE764F}" type="pres">
      <dgm:prSet presAssocID="{581C9CD4-5B1A-4B01-AFE4-6F97973BB097}" presName="compNode" presStyleCnt="0"/>
      <dgm:spPr/>
      <dgm:t>
        <a:bodyPr/>
        <a:lstStyle/>
        <a:p>
          <a:endParaRPr lang="en-US"/>
        </a:p>
      </dgm:t>
    </dgm:pt>
    <dgm:pt modelId="{DE9A20F1-79E3-4069-9332-BAA16D6BA600}" type="pres">
      <dgm:prSet presAssocID="{581C9CD4-5B1A-4B01-AFE4-6F97973BB097}" presName="aNode" presStyleLbl="bgShp" presStyleIdx="1" presStyleCnt="3"/>
      <dgm:spPr/>
      <dgm:t>
        <a:bodyPr/>
        <a:lstStyle/>
        <a:p>
          <a:endParaRPr lang="en-US"/>
        </a:p>
      </dgm:t>
    </dgm:pt>
    <dgm:pt modelId="{AF9DBFA5-42A4-4E0B-AD6B-291E1FDEB8B8}" type="pres">
      <dgm:prSet presAssocID="{581C9CD4-5B1A-4B01-AFE4-6F97973BB097}" presName="textNode" presStyleLbl="bgShp" presStyleIdx="1" presStyleCnt="3"/>
      <dgm:spPr/>
      <dgm:t>
        <a:bodyPr/>
        <a:lstStyle/>
        <a:p>
          <a:endParaRPr lang="en-US"/>
        </a:p>
      </dgm:t>
    </dgm:pt>
    <dgm:pt modelId="{02420E7C-DF73-4307-B6EE-BEBB224F2F49}" type="pres">
      <dgm:prSet presAssocID="{581C9CD4-5B1A-4B01-AFE4-6F97973BB097}" presName="compChildNode" presStyleCnt="0"/>
      <dgm:spPr/>
      <dgm:t>
        <a:bodyPr/>
        <a:lstStyle/>
        <a:p>
          <a:endParaRPr lang="en-US"/>
        </a:p>
      </dgm:t>
    </dgm:pt>
    <dgm:pt modelId="{7D828863-39C8-434F-920B-4575793E9E2A}" type="pres">
      <dgm:prSet presAssocID="{581C9CD4-5B1A-4B01-AFE4-6F97973BB097}" presName="theInnerList" presStyleCnt="0"/>
      <dgm:spPr/>
      <dgm:t>
        <a:bodyPr/>
        <a:lstStyle/>
        <a:p>
          <a:endParaRPr lang="en-US"/>
        </a:p>
      </dgm:t>
    </dgm:pt>
    <dgm:pt modelId="{9F893E2F-09B3-4829-9757-F597D21D7C9C}" type="pres">
      <dgm:prSet presAssocID="{529F3316-7D2F-4C04-BD54-591944C08B9E}" presName="child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251C62-6F83-4780-AF34-C91D63FC9598}" type="pres">
      <dgm:prSet presAssocID="{529F3316-7D2F-4C04-BD54-591944C08B9E}" presName="aSpace2" presStyleCnt="0"/>
      <dgm:spPr/>
      <dgm:t>
        <a:bodyPr/>
        <a:lstStyle/>
        <a:p>
          <a:endParaRPr lang="en-US"/>
        </a:p>
      </dgm:t>
    </dgm:pt>
    <dgm:pt modelId="{853A59CE-0C74-4A2D-AFE4-5C14357D32E5}" type="pres">
      <dgm:prSet presAssocID="{136BF910-B8B7-4F92-856E-400313705737}" presName="child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118748-71F0-43C2-B5A2-3C981DCB5746}" type="pres">
      <dgm:prSet presAssocID="{581C9CD4-5B1A-4B01-AFE4-6F97973BB097}" presName="aSpace" presStyleCnt="0"/>
      <dgm:spPr/>
      <dgm:t>
        <a:bodyPr/>
        <a:lstStyle/>
        <a:p>
          <a:endParaRPr lang="en-US"/>
        </a:p>
      </dgm:t>
    </dgm:pt>
    <dgm:pt modelId="{4DCA2F92-8549-4D17-91BD-73DF7573892F}" type="pres">
      <dgm:prSet presAssocID="{54FF25C2-7C6F-4798-A994-E024A6C7C782}" presName="compNode" presStyleCnt="0"/>
      <dgm:spPr/>
      <dgm:t>
        <a:bodyPr/>
        <a:lstStyle/>
        <a:p>
          <a:endParaRPr lang="en-US"/>
        </a:p>
      </dgm:t>
    </dgm:pt>
    <dgm:pt modelId="{E8C9BBAF-0B4E-43DD-924B-840841D20B38}" type="pres">
      <dgm:prSet presAssocID="{54FF25C2-7C6F-4798-A994-E024A6C7C782}" presName="aNode" presStyleLbl="bgShp" presStyleIdx="2" presStyleCnt="3" custLinFactNeighborX="3501"/>
      <dgm:spPr/>
      <dgm:t>
        <a:bodyPr/>
        <a:lstStyle/>
        <a:p>
          <a:endParaRPr lang="en-US"/>
        </a:p>
      </dgm:t>
    </dgm:pt>
    <dgm:pt modelId="{6755FAC3-30D3-49C4-8CC4-EC9D7B8DA32A}" type="pres">
      <dgm:prSet presAssocID="{54FF25C2-7C6F-4798-A994-E024A6C7C782}" presName="textNode" presStyleLbl="bgShp" presStyleIdx="2" presStyleCnt="3"/>
      <dgm:spPr/>
      <dgm:t>
        <a:bodyPr/>
        <a:lstStyle/>
        <a:p>
          <a:endParaRPr lang="en-US"/>
        </a:p>
      </dgm:t>
    </dgm:pt>
    <dgm:pt modelId="{B7011F47-3E72-4F4D-9277-A17B2F23C02A}" type="pres">
      <dgm:prSet presAssocID="{54FF25C2-7C6F-4798-A994-E024A6C7C782}" presName="compChildNode" presStyleCnt="0"/>
      <dgm:spPr/>
      <dgm:t>
        <a:bodyPr/>
        <a:lstStyle/>
        <a:p>
          <a:endParaRPr lang="en-US"/>
        </a:p>
      </dgm:t>
    </dgm:pt>
    <dgm:pt modelId="{C011D49D-02F6-4157-86B8-4A9A1292A734}" type="pres">
      <dgm:prSet presAssocID="{54FF25C2-7C6F-4798-A994-E024A6C7C782}" presName="theInnerList" presStyleCnt="0"/>
      <dgm:spPr/>
      <dgm:t>
        <a:bodyPr/>
        <a:lstStyle/>
        <a:p>
          <a:endParaRPr lang="en-US"/>
        </a:p>
      </dgm:t>
    </dgm:pt>
    <dgm:pt modelId="{DD7057AF-7CB7-4D42-97BA-CA9D1908B511}" type="pres">
      <dgm:prSet presAssocID="{8088B491-1BE1-486E-AA4E-DB5A6CE3D881}" presName="child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0A9D4B-96AE-4B3A-A66A-43DDD849C48F}" type="pres">
      <dgm:prSet presAssocID="{8088B491-1BE1-486E-AA4E-DB5A6CE3D881}" presName="aSpace2" presStyleCnt="0"/>
      <dgm:spPr/>
      <dgm:t>
        <a:bodyPr/>
        <a:lstStyle/>
        <a:p>
          <a:endParaRPr lang="en-US"/>
        </a:p>
      </dgm:t>
    </dgm:pt>
    <dgm:pt modelId="{139340FA-85AF-4B0D-853B-A617F2ACD654}" type="pres">
      <dgm:prSet presAssocID="{769C0E83-232A-4956-A682-7940B9AD10AF}" presName="childNode" presStyleLbl="node1" presStyleIdx="5" presStyleCnt="6" custLinFactNeighborX="21" custLinFactNeighborY="1218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E99DD55-DD8F-4A06-9BC5-C25FECE3381A}" type="presOf" srcId="{529F3316-7D2F-4C04-BD54-591944C08B9E}" destId="{9F893E2F-09B3-4829-9757-F597D21D7C9C}" srcOrd="0" destOrd="0" presId="urn:microsoft.com/office/officeart/2005/8/layout/lProcess2"/>
    <dgm:cxn modelId="{2766CCA5-1C54-4711-912C-363FDD3C372B}" type="presOf" srcId="{54FF25C2-7C6F-4798-A994-E024A6C7C782}" destId="{E8C9BBAF-0B4E-43DD-924B-840841D20B38}" srcOrd="0" destOrd="0" presId="urn:microsoft.com/office/officeart/2005/8/layout/lProcess2"/>
    <dgm:cxn modelId="{F051EC2F-A92A-4271-8BB0-54526D82FCB0}" type="presOf" srcId="{2D727DDE-DD46-440D-B178-A40D7BE9CC4A}" destId="{30EAC2B5-7301-4EC3-9627-28A20B1B43D9}" srcOrd="0" destOrd="0" presId="urn:microsoft.com/office/officeart/2005/8/layout/lProcess2"/>
    <dgm:cxn modelId="{68A29669-DE22-4DBD-919F-CD3E89C142EA}" type="presOf" srcId="{C4E3B958-190C-4F9D-AD97-E9D0C2B1E177}" destId="{98769980-AC4E-4E62-96CA-4D36ABBCFE2A}" srcOrd="0" destOrd="0" presId="urn:microsoft.com/office/officeart/2005/8/layout/lProcess2"/>
    <dgm:cxn modelId="{945969CC-7214-4450-9239-E1B9149A0855}" srcId="{2D727DDE-DD46-440D-B178-A40D7BE9CC4A}" destId="{C4E3B958-190C-4F9D-AD97-E9D0C2B1E177}" srcOrd="0" destOrd="0" parTransId="{59F32C66-BC62-4126-98E5-E11AFB4ECB1D}" sibTransId="{7A7E91C9-20A9-44C3-AEEB-1C48AB0BE309}"/>
    <dgm:cxn modelId="{CE165022-5B3B-49FC-AFA8-975EC567D2B8}" type="presOf" srcId="{54FF25C2-7C6F-4798-A994-E024A6C7C782}" destId="{6755FAC3-30D3-49C4-8CC4-EC9D7B8DA32A}" srcOrd="1" destOrd="0" presId="urn:microsoft.com/office/officeart/2005/8/layout/lProcess2"/>
    <dgm:cxn modelId="{A3B427C5-460C-42D9-BA3B-4E4267B302CE}" srcId="{2D727DDE-DD46-440D-B178-A40D7BE9CC4A}" destId="{581C9CD4-5B1A-4B01-AFE4-6F97973BB097}" srcOrd="1" destOrd="0" parTransId="{8CDC8E09-09A9-4B6C-973A-99884D37089E}" sibTransId="{4E506CA7-6C24-4AD1-94FE-12E1A975CA1B}"/>
    <dgm:cxn modelId="{59E19726-BFA8-4F69-BEDE-E8EE02F759FC}" type="presOf" srcId="{581C9CD4-5B1A-4B01-AFE4-6F97973BB097}" destId="{AF9DBFA5-42A4-4E0B-AD6B-291E1FDEB8B8}" srcOrd="1" destOrd="0" presId="urn:microsoft.com/office/officeart/2005/8/layout/lProcess2"/>
    <dgm:cxn modelId="{7D5B6ADE-666B-4E4E-A687-557D24D69961}" type="presOf" srcId="{C4E3B958-190C-4F9D-AD97-E9D0C2B1E177}" destId="{E2362EB9-AF2A-43A8-BDDF-1C4BBDE2476D}" srcOrd="1" destOrd="0" presId="urn:microsoft.com/office/officeart/2005/8/layout/lProcess2"/>
    <dgm:cxn modelId="{463C6E91-F712-4499-A9C8-22D6B0798696}" type="presOf" srcId="{136BF910-B8B7-4F92-856E-400313705737}" destId="{853A59CE-0C74-4A2D-AFE4-5C14357D32E5}" srcOrd="0" destOrd="0" presId="urn:microsoft.com/office/officeart/2005/8/layout/lProcess2"/>
    <dgm:cxn modelId="{072E1049-70FA-4DE8-AE89-48AE486DC257}" srcId="{2D727DDE-DD46-440D-B178-A40D7BE9CC4A}" destId="{54FF25C2-7C6F-4798-A994-E024A6C7C782}" srcOrd="2" destOrd="0" parTransId="{DDD99CEB-3F25-46DF-8226-0F438B23F328}" sibTransId="{57516044-7E54-4FAE-A2AC-E305C75204D9}"/>
    <dgm:cxn modelId="{88858DEC-68F8-46B6-BF03-9209559D206A}" srcId="{581C9CD4-5B1A-4B01-AFE4-6F97973BB097}" destId="{529F3316-7D2F-4C04-BD54-591944C08B9E}" srcOrd="0" destOrd="0" parTransId="{391D6A36-BDE1-4988-A22F-609762B52F09}" sibTransId="{5F41E35F-3534-4E79-B430-3F23C979A051}"/>
    <dgm:cxn modelId="{1E7C00C7-BD9E-4D67-AA0D-C6A949C50160}" srcId="{581C9CD4-5B1A-4B01-AFE4-6F97973BB097}" destId="{136BF910-B8B7-4F92-856E-400313705737}" srcOrd="1" destOrd="0" parTransId="{7BD51437-67D6-49F5-8639-52161BD0F3E4}" sibTransId="{4A94BB3C-9977-4127-A1D1-9B5A055DC259}"/>
    <dgm:cxn modelId="{446A58E6-5D53-4D6B-8D7B-F927BED760A4}" type="presOf" srcId="{C7598BF4-0636-41EB-AF4C-D53C4BA69E67}" destId="{10CBC386-9859-4C9A-8C54-1D0E2BB72775}" srcOrd="0" destOrd="0" presId="urn:microsoft.com/office/officeart/2005/8/layout/lProcess2"/>
    <dgm:cxn modelId="{7881CA7D-1FB2-40F2-8119-8910743C17C3}" type="presOf" srcId="{8088B491-1BE1-486E-AA4E-DB5A6CE3D881}" destId="{DD7057AF-7CB7-4D42-97BA-CA9D1908B511}" srcOrd="0" destOrd="0" presId="urn:microsoft.com/office/officeart/2005/8/layout/lProcess2"/>
    <dgm:cxn modelId="{D4F14B87-14AA-4968-96A1-8A28039C6229}" type="presOf" srcId="{225436CF-DED4-48FA-814B-709F624FC521}" destId="{48328511-CAD6-4292-9DA2-1B99C410D863}" srcOrd="0" destOrd="0" presId="urn:microsoft.com/office/officeart/2005/8/layout/lProcess2"/>
    <dgm:cxn modelId="{D65A1560-E1AC-44C3-99DA-C76712A684F4}" srcId="{54FF25C2-7C6F-4798-A994-E024A6C7C782}" destId="{769C0E83-232A-4956-A682-7940B9AD10AF}" srcOrd="1" destOrd="0" parTransId="{6E297D79-E11E-4662-9254-1B49C0264B39}" sibTransId="{C0D9963A-AE8A-4255-82CC-761FCDCC176C}"/>
    <dgm:cxn modelId="{D1A3D2D8-B210-49DC-B9F4-2F9EAE6ECB2B}" srcId="{C4E3B958-190C-4F9D-AD97-E9D0C2B1E177}" destId="{C7598BF4-0636-41EB-AF4C-D53C4BA69E67}" srcOrd="0" destOrd="0" parTransId="{A2F957F6-7F25-4CD2-A8C4-E8BE036F244F}" sibTransId="{E3D3AB75-CB98-49F5-A4F9-29E16F1DD913}"/>
    <dgm:cxn modelId="{9EC88DD1-DDFD-45C0-A249-ED4FC87AB821}" srcId="{54FF25C2-7C6F-4798-A994-E024A6C7C782}" destId="{8088B491-1BE1-486E-AA4E-DB5A6CE3D881}" srcOrd="0" destOrd="0" parTransId="{A08BFDD6-8FB1-476C-9453-FBF72E16A802}" sibTransId="{557DEC35-8022-4859-870C-97E9207DA195}"/>
    <dgm:cxn modelId="{F3AE4367-DAEA-445A-A7A0-DCD52522F924}" type="presOf" srcId="{769C0E83-232A-4956-A682-7940B9AD10AF}" destId="{139340FA-85AF-4B0D-853B-A617F2ACD654}" srcOrd="0" destOrd="0" presId="urn:microsoft.com/office/officeart/2005/8/layout/lProcess2"/>
    <dgm:cxn modelId="{A68CD70D-97AE-4182-89F4-397BF4D30527}" srcId="{C4E3B958-190C-4F9D-AD97-E9D0C2B1E177}" destId="{225436CF-DED4-48FA-814B-709F624FC521}" srcOrd="1" destOrd="0" parTransId="{6979C677-4F8E-4AF5-85E5-2C6F129DD244}" sibTransId="{D73CCA43-DF8D-4B33-A62C-FE51E01CC9C7}"/>
    <dgm:cxn modelId="{A0159596-E91E-40A4-BA61-BA79953A0D36}" type="presOf" srcId="{581C9CD4-5B1A-4B01-AFE4-6F97973BB097}" destId="{DE9A20F1-79E3-4069-9332-BAA16D6BA600}" srcOrd="0" destOrd="0" presId="urn:microsoft.com/office/officeart/2005/8/layout/lProcess2"/>
    <dgm:cxn modelId="{568C90D6-10BA-40D2-A0D5-372847A8F422}" type="presParOf" srcId="{30EAC2B5-7301-4EC3-9627-28A20B1B43D9}" destId="{5F2B2285-6D8C-4F03-9E56-4CBA65E5595F}" srcOrd="0" destOrd="0" presId="urn:microsoft.com/office/officeart/2005/8/layout/lProcess2"/>
    <dgm:cxn modelId="{5950A621-E69A-45A6-9ABB-6B0728E5C8B0}" type="presParOf" srcId="{5F2B2285-6D8C-4F03-9E56-4CBA65E5595F}" destId="{98769980-AC4E-4E62-96CA-4D36ABBCFE2A}" srcOrd="0" destOrd="0" presId="urn:microsoft.com/office/officeart/2005/8/layout/lProcess2"/>
    <dgm:cxn modelId="{5796E26B-CF3A-4098-9DF0-37C95BA485E0}" type="presParOf" srcId="{5F2B2285-6D8C-4F03-9E56-4CBA65E5595F}" destId="{E2362EB9-AF2A-43A8-BDDF-1C4BBDE2476D}" srcOrd="1" destOrd="0" presId="urn:microsoft.com/office/officeart/2005/8/layout/lProcess2"/>
    <dgm:cxn modelId="{DD799471-4B00-41BE-9538-321EB228D233}" type="presParOf" srcId="{5F2B2285-6D8C-4F03-9E56-4CBA65E5595F}" destId="{EC3A6777-C4B3-44E0-AF17-2EA3339288B8}" srcOrd="2" destOrd="0" presId="urn:microsoft.com/office/officeart/2005/8/layout/lProcess2"/>
    <dgm:cxn modelId="{7F4E88DC-FA26-4416-8475-4C54E4903434}" type="presParOf" srcId="{EC3A6777-C4B3-44E0-AF17-2EA3339288B8}" destId="{5ECB8DA7-4248-4DDB-84D6-09FE21A47F9E}" srcOrd="0" destOrd="0" presId="urn:microsoft.com/office/officeart/2005/8/layout/lProcess2"/>
    <dgm:cxn modelId="{ACA2A48E-5ED2-45D4-A95F-816F2B73A65A}" type="presParOf" srcId="{5ECB8DA7-4248-4DDB-84D6-09FE21A47F9E}" destId="{10CBC386-9859-4C9A-8C54-1D0E2BB72775}" srcOrd="0" destOrd="0" presId="urn:microsoft.com/office/officeart/2005/8/layout/lProcess2"/>
    <dgm:cxn modelId="{E165DAC0-8C17-4F0E-A6C0-D5710A89AD5B}" type="presParOf" srcId="{5ECB8DA7-4248-4DDB-84D6-09FE21A47F9E}" destId="{7572D4C4-885B-4615-BC1D-06890D22C027}" srcOrd="1" destOrd="0" presId="urn:microsoft.com/office/officeart/2005/8/layout/lProcess2"/>
    <dgm:cxn modelId="{E6E4EBFF-61EC-49BD-BAC7-D1942D9EB747}" type="presParOf" srcId="{5ECB8DA7-4248-4DDB-84D6-09FE21A47F9E}" destId="{48328511-CAD6-4292-9DA2-1B99C410D863}" srcOrd="2" destOrd="0" presId="urn:microsoft.com/office/officeart/2005/8/layout/lProcess2"/>
    <dgm:cxn modelId="{3D9ABBBE-C581-4AFB-A42D-C2D9E6985F9E}" type="presParOf" srcId="{30EAC2B5-7301-4EC3-9627-28A20B1B43D9}" destId="{0D0497A7-1C92-4B7D-BD75-B002C23E0AFC}" srcOrd="1" destOrd="0" presId="urn:microsoft.com/office/officeart/2005/8/layout/lProcess2"/>
    <dgm:cxn modelId="{582B93B8-18ED-4C1B-A1C7-9731AF2999C3}" type="presParOf" srcId="{30EAC2B5-7301-4EC3-9627-28A20B1B43D9}" destId="{E5FA4147-CD21-410E-AF3F-0FE23AFE764F}" srcOrd="2" destOrd="0" presId="urn:microsoft.com/office/officeart/2005/8/layout/lProcess2"/>
    <dgm:cxn modelId="{CDDCFFB4-0EF0-4F9B-9BD9-C52DAA8AD564}" type="presParOf" srcId="{E5FA4147-CD21-410E-AF3F-0FE23AFE764F}" destId="{DE9A20F1-79E3-4069-9332-BAA16D6BA600}" srcOrd="0" destOrd="0" presId="urn:microsoft.com/office/officeart/2005/8/layout/lProcess2"/>
    <dgm:cxn modelId="{5BB633BC-0FCB-4B6C-8C15-3C9C945321DD}" type="presParOf" srcId="{E5FA4147-CD21-410E-AF3F-0FE23AFE764F}" destId="{AF9DBFA5-42A4-4E0B-AD6B-291E1FDEB8B8}" srcOrd="1" destOrd="0" presId="urn:microsoft.com/office/officeart/2005/8/layout/lProcess2"/>
    <dgm:cxn modelId="{B0061A79-08D7-4413-91E2-FCA07437551A}" type="presParOf" srcId="{E5FA4147-CD21-410E-AF3F-0FE23AFE764F}" destId="{02420E7C-DF73-4307-B6EE-BEBB224F2F49}" srcOrd="2" destOrd="0" presId="urn:microsoft.com/office/officeart/2005/8/layout/lProcess2"/>
    <dgm:cxn modelId="{42FB70DC-E003-4C87-83AF-B811AC15B960}" type="presParOf" srcId="{02420E7C-DF73-4307-B6EE-BEBB224F2F49}" destId="{7D828863-39C8-434F-920B-4575793E9E2A}" srcOrd="0" destOrd="0" presId="urn:microsoft.com/office/officeart/2005/8/layout/lProcess2"/>
    <dgm:cxn modelId="{DE00A3CE-CE19-4127-8A78-75C3D2054E7A}" type="presParOf" srcId="{7D828863-39C8-434F-920B-4575793E9E2A}" destId="{9F893E2F-09B3-4829-9757-F597D21D7C9C}" srcOrd="0" destOrd="0" presId="urn:microsoft.com/office/officeart/2005/8/layout/lProcess2"/>
    <dgm:cxn modelId="{92D096EB-F362-42C0-9CAA-EA63E563DDCF}" type="presParOf" srcId="{7D828863-39C8-434F-920B-4575793E9E2A}" destId="{DE251C62-6F83-4780-AF34-C91D63FC9598}" srcOrd="1" destOrd="0" presId="urn:microsoft.com/office/officeart/2005/8/layout/lProcess2"/>
    <dgm:cxn modelId="{638AE19A-E6C2-40BA-9AE9-4BDE5A978CE3}" type="presParOf" srcId="{7D828863-39C8-434F-920B-4575793E9E2A}" destId="{853A59CE-0C74-4A2D-AFE4-5C14357D32E5}" srcOrd="2" destOrd="0" presId="urn:microsoft.com/office/officeart/2005/8/layout/lProcess2"/>
    <dgm:cxn modelId="{D76B2CD1-CE4C-4399-9930-F2FB3BA64E7F}" type="presParOf" srcId="{30EAC2B5-7301-4EC3-9627-28A20B1B43D9}" destId="{B9118748-71F0-43C2-B5A2-3C981DCB5746}" srcOrd="3" destOrd="0" presId="urn:microsoft.com/office/officeart/2005/8/layout/lProcess2"/>
    <dgm:cxn modelId="{880E600F-1B29-4587-93AB-4EACDDEAF23E}" type="presParOf" srcId="{30EAC2B5-7301-4EC3-9627-28A20B1B43D9}" destId="{4DCA2F92-8549-4D17-91BD-73DF7573892F}" srcOrd="4" destOrd="0" presId="urn:microsoft.com/office/officeart/2005/8/layout/lProcess2"/>
    <dgm:cxn modelId="{76654153-C6E4-4CD2-8D51-36E3F1C962E3}" type="presParOf" srcId="{4DCA2F92-8549-4D17-91BD-73DF7573892F}" destId="{E8C9BBAF-0B4E-43DD-924B-840841D20B38}" srcOrd="0" destOrd="0" presId="urn:microsoft.com/office/officeart/2005/8/layout/lProcess2"/>
    <dgm:cxn modelId="{B9160121-2567-4313-B907-DA7C5D63C3BB}" type="presParOf" srcId="{4DCA2F92-8549-4D17-91BD-73DF7573892F}" destId="{6755FAC3-30D3-49C4-8CC4-EC9D7B8DA32A}" srcOrd="1" destOrd="0" presId="urn:microsoft.com/office/officeart/2005/8/layout/lProcess2"/>
    <dgm:cxn modelId="{C8BC1E62-DF7C-47EB-8CF7-CB175C556900}" type="presParOf" srcId="{4DCA2F92-8549-4D17-91BD-73DF7573892F}" destId="{B7011F47-3E72-4F4D-9277-A17B2F23C02A}" srcOrd="2" destOrd="0" presId="urn:microsoft.com/office/officeart/2005/8/layout/lProcess2"/>
    <dgm:cxn modelId="{41073397-CCC5-4932-A430-FA18545C4D5A}" type="presParOf" srcId="{B7011F47-3E72-4F4D-9277-A17B2F23C02A}" destId="{C011D49D-02F6-4157-86B8-4A9A1292A734}" srcOrd="0" destOrd="0" presId="urn:microsoft.com/office/officeart/2005/8/layout/lProcess2"/>
    <dgm:cxn modelId="{43BC4433-F826-4A6C-ADD8-1449AEDE656F}" type="presParOf" srcId="{C011D49D-02F6-4157-86B8-4A9A1292A734}" destId="{DD7057AF-7CB7-4D42-97BA-CA9D1908B511}" srcOrd="0" destOrd="0" presId="urn:microsoft.com/office/officeart/2005/8/layout/lProcess2"/>
    <dgm:cxn modelId="{DDD011CA-C81D-4225-9967-7063FDCB14B0}" type="presParOf" srcId="{C011D49D-02F6-4157-86B8-4A9A1292A734}" destId="{7D0A9D4B-96AE-4B3A-A66A-43DDD849C48F}" srcOrd="1" destOrd="0" presId="urn:microsoft.com/office/officeart/2005/8/layout/lProcess2"/>
    <dgm:cxn modelId="{0989EC9C-897E-44D6-9632-2ED014DB6B5F}" type="presParOf" srcId="{C011D49D-02F6-4157-86B8-4A9A1292A734}" destId="{139340FA-85AF-4B0D-853B-A617F2ACD654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6DB1FE-6B5F-4AFB-B8C5-859008EC4FD5}">
      <dsp:nvSpPr>
        <dsp:cNvPr id="0" name=""/>
        <dsp:cNvSpPr/>
      </dsp:nvSpPr>
      <dsp:spPr>
        <a:xfrm>
          <a:off x="1905005" y="152392"/>
          <a:ext cx="4341133" cy="4286425"/>
        </a:xfrm>
        <a:prstGeom prst="pie">
          <a:avLst>
            <a:gd name="adj1" fmla="val 16200000"/>
            <a:gd name="adj2" fmla="val 198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  S</a:t>
          </a:r>
          <a:r>
            <a:rPr lang="en-US" sz="1800" b="1" kern="1200" dirty="0" smtClean="0"/>
            <a:t>ound </a:t>
          </a:r>
        </a:p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ecosystem</a:t>
          </a:r>
          <a:endParaRPr lang="en-US" sz="1800" b="1" kern="1200" dirty="0"/>
        </a:p>
      </dsp:txBody>
      <dsp:txXfrm>
        <a:off x="4122084" y="611652"/>
        <a:ext cx="1266163" cy="918519"/>
      </dsp:txXfrm>
    </dsp:sp>
    <dsp:sp modelId="{C16CDE5B-7BF4-4BC4-ACB1-75B410015674}">
      <dsp:nvSpPr>
        <dsp:cNvPr id="0" name=""/>
        <dsp:cNvSpPr/>
      </dsp:nvSpPr>
      <dsp:spPr>
        <a:xfrm>
          <a:off x="1752584" y="380986"/>
          <a:ext cx="4563767" cy="3861763"/>
        </a:xfrm>
        <a:prstGeom prst="pie">
          <a:avLst>
            <a:gd name="adj1" fmla="val 19800000"/>
            <a:gd name="adj2" fmla="val 18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 rtl="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Free from chemical</a:t>
          </a:r>
          <a:r>
            <a:rPr lang="en-US" sz="1800" kern="1200" dirty="0" smtClean="0"/>
            <a:t> </a:t>
          </a:r>
          <a:endParaRPr lang="en-US" sz="1800" kern="1200" dirty="0"/>
        </a:p>
      </dsp:txBody>
      <dsp:txXfrm>
        <a:off x="4876591" y="1921094"/>
        <a:ext cx="1379996" cy="781547"/>
      </dsp:txXfrm>
    </dsp:sp>
    <dsp:sp modelId="{F1A2F933-6ABC-47B9-B514-8875B405B37B}">
      <dsp:nvSpPr>
        <dsp:cNvPr id="0" name=""/>
        <dsp:cNvSpPr/>
      </dsp:nvSpPr>
      <dsp:spPr>
        <a:xfrm>
          <a:off x="1981205" y="228610"/>
          <a:ext cx="4267188" cy="4206815"/>
        </a:xfrm>
        <a:prstGeom prst="pie">
          <a:avLst>
            <a:gd name="adj1" fmla="val 1800000"/>
            <a:gd name="adj2" fmla="val 54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Fat </a:t>
          </a:r>
        </a:p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free</a:t>
          </a:r>
          <a:endParaRPr lang="en-US" sz="1800" b="1" kern="1200" dirty="0"/>
        </a:p>
      </dsp:txBody>
      <dsp:txXfrm>
        <a:off x="4160519" y="3083234"/>
        <a:ext cx="1244596" cy="901460"/>
      </dsp:txXfrm>
    </dsp:sp>
    <dsp:sp modelId="{990177B0-10C4-4893-A2A6-7C97A9F344D6}">
      <dsp:nvSpPr>
        <dsp:cNvPr id="0" name=""/>
        <dsp:cNvSpPr/>
      </dsp:nvSpPr>
      <dsp:spPr>
        <a:xfrm>
          <a:off x="1828810" y="-64167"/>
          <a:ext cx="4571979" cy="4465642"/>
        </a:xfrm>
        <a:prstGeom prst="pie">
          <a:avLst>
            <a:gd name="adj1" fmla="val 5400000"/>
            <a:gd name="adj2" fmla="val 90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Fiber </a:t>
          </a:r>
        </a:p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value </a:t>
          </a:r>
          <a:endParaRPr lang="en-US" sz="1800" b="1" kern="1200" dirty="0"/>
        </a:p>
      </dsp:txBody>
      <dsp:txXfrm>
        <a:off x="2732320" y="2966090"/>
        <a:ext cx="1333493" cy="956923"/>
      </dsp:txXfrm>
    </dsp:sp>
    <dsp:sp modelId="{F52A2548-A85B-4748-8D9B-823FCD333891}">
      <dsp:nvSpPr>
        <dsp:cNvPr id="0" name=""/>
        <dsp:cNvSpPr/>
      </dsp:nvSpPr>
      <dsp:spPr>
        <a:xfrm>
          <a:off x="1768380" y="409138"/>
          <a:ext cx="4724393" cy="3717941"/>
        </a:xfrm>
        <a:prstGeom prst="pie">
          <a:avLst>
            <a:gd name="adj1" fmla="val 9000000"/>
            <a:gd name="adj2" fmla="val 126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 rtl="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Low sugar content</a:t>
          </a:r>
          <a:endParaRPr lang="en-US" sz="1800" b="1" kern="1200" dirty="0"/>
        </a:p>
      </dsp:txBody>
      <dsp:txXfrm>
        <a:off x="1841496" y="1891889"/>
        <a:ext cx="1428566" cy="752440"/>
      </dsp:txXfrm>
    </dsp:sp>
    <dsp:sp modelId="{C8FED84B-9227-44C7-932C-78655125EB23}">
      <dsp:nvSpPr>
        <dsp:cNvPr id="0" name=""/>
        <dsp:cNvSpPr/>
      </dsp:nvSpPr>
      <dsp:spPr>
        <a:xfrm>
          <a:off x="1904998" y="152402"/>
          <a:ext cx="4419602" cy="4327523"/>
        </a:xfrm>
        <a:prstGeom prst="pie">
          <a:avLst>
            <a:gd name="adj1" fmla="val 12600000"/>
            <a:gd name="adj2" fmla="val 162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+mn-lt"/>
            </a:rPr>
            <a:t>Soil </a:t>
          </a:r>
        </a:p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latin typeface="+mn-lt"/>
            </a:rPr>
            <a:t>fertility</a:t>
          </a:r>
          <a:endParaRPr lang="en-US" sz="1800" b="1" kern="1200" dirty="0">
            <a:latin typeface="+mn-lt"/>
          </a:endParaRPr>
        </a:p>
      </dsp:txBody>
      <dsp:txXfrm>
        <a:off x="2778396" y="616065"/>
        <a:ext cx="1289050" cy="9273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CA1C55-0EBF-4B9C-8F32-1EF59C2E32E7}">
      <dsp:nvSpPr>
        <dsp:cNvPr id="0" name=""/>
        <dsp:cNvSpPr/>
      </dsp:nvSpPr>
      <dsp:spPr>
        <a:xfrm>
          <a:off x="0" y="0"/>
          <a:ext cx="6995160" cy="135778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Zero budget natural farming</a:t>
          </a:r>
          <a:endParaRPr lang="en-US" sz="3500" kern="1200" dirty="0"/>
        </a:p>
      </dsp:txBody>
      <dsp:txXfrm>
        <a:off x="39768" y="39768"/>
        <a:ext cx="5530000" cy="1278252"/>
      </dsp:txXfrm>
    </dsp:sp>
    <dsp:sp modelId="{664F17A1-1494-49C5-BC9D-E1F6904599A7}">
      <dsp:nvSpPr>
        <dsp:cNvPr id="0" name=""/>
        <dsp:cNvSpPr/>
      </dsp:nvSpPr>
      <dsp:spPr>
        <a:xfrm>
          <a:off x="617219" y="1584087"/>
          <a:ext cx="6995160" cy="135778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Waking up of farmer’s friend (soil fertility)</a:t>
          </a:r>
          <a:endParaRPr lang="en-US" sz="3500" kern="1200" dirty="0"/>
        </a:p>
      </dsp:txBody>
      <dsp:txXfrm>
        <a:off x="656987" y="1623855"/>
        <a:ext cx="5415841" cy="1278252"/>
      </dsp:txXfrm>
    </dsp:sp>
    <dsp:sp modelId="{5D05474E-A0D6-45B9-93AF-A8B2803ACAE7}">
      <dsp:nvSpPr>
        <dsp:cNvPr id="0" name=""/>
        <dsp:cNvSpPr/>
      </dsp:nvSpPr>
      <dsp:spPr>
        <a:xfrm>
          <a:off x="1234439" y="3168174"/>
          <a:ext cx="6995160" cy="135778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smtClean="0"/>
            <a:t>Jeeva </a:t>
          </a:r>
          <a:r>
            <a:rPr lang="en-US" sz="3500" kern="1200" dirty="0" err="1" smtClean="0"/>
            <a:t>amruth</a:t>
          </a:r>
          <a:endParaRPr lang="en-US" sz="3500" kern="1200" dirty="0"/>
        </a:p>
      </dsp:txBody>
      <dsp:txXfrm>
        <a:off x="1274207" y="3207942"/>
        <a:ext cx="5415841" cy="1278252"/>
      </dsp:txXfrm>
    </dsp:sp>
    <dsp:sp modelId="{667E5B6A-179B-4001-9976-73CC3D88D5C9}">
      <dsp:nvSpPr>
        <dsp:cNvPr id="0" name=""/>
        <dsp:cNvSpPr/>
      </dsp:nvSpPr>
      <dsp:spPr>
        <a:xfrm>
          <a:off x="6112597" y="1029656"/>
          <a:ext cx="882562" cy="88256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6311173" y="1029656"/>
        <a:ext cx="485410" cy="664128"/>
      </dsp:txXfrm>
    </dsp:sp>
    <dsp:sp modelId="{F4053C11-34B4-4243-8E3C-90372C862093}">
      <dsp:nvSpPr>
        <dsp:cNvPr id="0" name=""/>
        <dsp:cNvSpPr/>
      </dsp:nvSpPr>
      <dsp:spPr>
        <a:xfrm>
          <a:off x="6729817" y="2604691"/>
          <a:ext cx="882562" cy="88256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6928393" y="2604691"/>
        <a:ext cx="485410" cy="6641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769980-AC4E-4E62-96CA-4D36ABBCFE2A}">
      <dsp:nvSpPr>
        <dsp:cNvPr id="0" name=""/>
        <dsp:cNvSpPr/>
      </dsp:nvSpPr>
      <dsp:spPr>
        <a:xfrm>
          <a:off x="846" y="0"/>
          <a:ext cx="2200795" cy="396240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lvl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500" kern="1200" dirty="0" smtClean="0"/>
            <a:t>20 lit</a:t>
          </a:r>
          <a:endParaRPr lang="en-US" sz="5500" kern="1200" dirty="0"/>
        </a:p>
      </dsp:txBody>
      <dsp:txXfrm>
        <a:off x="846" y="0"/>
        <a:ext cx="2200795" cy="1188720"/>
      </dsp:txXfrm>
    </dsp:sp>
    <dsp:sp modelId="{10CBC386-9859-4C9A-8C54-1D0E2BB72775}">
      <dsp:nvSpPr>
        <dsp:cNvPr id="0" name=""/>
        <dsp:cNvSpPr/>
      </dsp:nvSpPr>
      <dsp:spPr>
        <a:xfrm>
          <a:off x="220926" y="1189880"/>
          <a:ext cx="1760636" cy="119471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 dirty="0">
            <a:solidFill>
              <a:srgbClr val="FF0000"/>
            </a:solidFill>
          </a:endParaRPr>
        </a:p>
      </dsp:txBody>
      <dsp:txXfrm>
        <a:off x="255918" y="1224872"/>
        <a:ext cx="1690652" cy="1124733"/>
      </dsp:txXfrm>
    </dsp:sp>
    <dsp:sp modelId="{48328511-CAD6-4292-9DA2-1B99C410D863}">
      <dsp:nvSpPr>
        <dsp:cNvPr id="0" name=""/>
        <dsp:cNvSpPr/>
      </dsp:nvSpPr>
      <dsp:spPr>
        <a:xfrm>
          <a:off x="220926" y="2568401"/>
          <a:ext cx="1760636" cy="119471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Tobacco leaves</a:t>
          </a:r>
          <a:endParaRPr lang="en-US" sz="2400" kern="1200" dirty="0"/>
        </a:p>
      </dsp:txBody>
      <dsp:txXfrm>
        <a:off x="255918" y="2603393"/>
        <a:ext cx="1690652" cy="1124733"/>
      </dsp:txXfrm>
    </dsp:sp>
    <dsp:sp modelId="{DE9A20F1-79E3-4069-9332-BAA16D6BA600}">
      <dsp:nvSpPr>
        <dsp:cNvPr id="0" name=""/>
        <dsp:cNvSpPr/>
      </dsp:nvSpPr>
      <dsp:spPr>
        <a:xfrm>
          <a:off x="2366702" y="0"/>
          <a:ext cx="2200795" cy="396240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lvl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500" kern="1200" dirty="0" smtClean="0"/>
            <a:t>3kg</a:t>
          </a:r>
          <a:endParaRPr lang="en-US" sz="5500" kern="1200" dirty="0"/>
        </a:p>
      </dsp:txBody>
      <dsp:txXfrm>
        <a:off x="2366702" y="0"/>
        <a:ext cx="2200795" cy="1188720"/>
      </dsp:txXfrm>
    </dsp:sp>
    <dsp:sp modelId="{9F893E2F-09B3-4829-9757-F597D21D7C9C}">
      <dsp:nvSpPr>
        <dsp:cNvPr id="0" name=""/>
        <dsp:cNvSpPr/>
      </dsp:nvSpPr>
      <dsp:spPr>
        <a:xfrm>
          <a:off x="2586781" y="1189880"/>
          <a:ext cx="1760636" cy="119471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400" kern="1200" dirty="0"/>
        </a:p>
      </dsp:txBody>
      <dsp:txXfrm>
        <a:off x="2621773" y="1224872"/>
        <a:ext cx="1690652" cy="1124733"/>
      </dsp:txXfrm>
    </dsp:sp>
    <dsp:sp modelId="{853A59CE-0C74-4A2D-AFE4-5C14357D32E5}">
      <dsp:nvSpPr>
        <dsp:cNvPr id="0" name=""/>
        <dsp:cNvSpPr/>
      </dsp:nvSpPr>
      <dsp:spPr>
        <a:xfrm>
          <a:off x="2586781" y="2568401"/>
          <a:ext cx="1760636" cy="119471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1120" tIns="53340" rIns="7112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solidFill>
                <a:srgbClr val="0000FF"/>
              </a:solidFill>
            </a:rPr>
            <a:t>0.5kg</a:t>
          </a:r>
          <a:endParaRPr lang="en-US" sz="2800" b="1" kern="1200" dirty="0">
            <a:solidFill>
              <a:srgbClr val="0000FF"/>
            </a:solidFill>
          </a:endParaRPr>
        </a:p>
      </dsp:txBody>
      <dsp:txXfrm>
        <a:off x="2621773" y="2603393"/>
        <a:ext cx="1690652" cy="1124733"/>
      </dsp:txXfrm>
    </dsp:sp>
    <dsp:sp modelId="{E8C9BBAF-0B4E-43DD-924B-840841D20B38}">
      <dsp:nvSpPr>
        <dsp:cNvPr id="0" name=""/>
        <dsp:cNvSpPr/>
      </dsp:nvSpPr>
      <dsp:spPr>
        <a:xfrm>
          <a:off x="4733404" y="0"/>
          <a:ext cx="2200795" cy="396240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lvl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500" kern="1200" dirty="0" smtClean="0"/>
            <a:t>3kg</a:t>
          </a:r>
          <a:endParaRPr lang="en-US" sz="5500" kern="1200" dirty="0"/>
        </a:p>
      </dsp:txBody>
      <dsp:txXfrm>
        <a:off x="4733404" y="0"/>
        <a:ext cx="2200795" cy="1188720"/>
      </dsp:txXfrm>
    </dsp:sp>
    <dsp:sp modelId="{DD7057AF-7CB7-4D42-97BA-CA9D1908B511}">
      <dsp:nvSpPr>
        <dsp:cNvPr id="0" name=""/>
        <dsp:cNvSpPr/>
      </dsp:nvSpPr>
      <dsp:spPr>
        <a:xfrm>
          <a:off x="4952637" y="1189880"/>
          <a:ext cx="1760636" cy="119471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5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rgbClr val="0000FF"/>
              </a:solidFill>
            </a:rPr>
            <a:t>Custard apple leaves</a:t>
          </a:r>
          <a:endParaRPr lang="en-US" sz="2400" kern="1200" dirty="0">
            <a:solidFill>
              <a:srgbClr val="0000FF"/>
            </a:solidFill>
          </a:endParaRPr>
        </a:p>
      </dsp:txBody>
      <dsp:txXfrm>
        <a:off x="4987629" y="1224872"/>
        <a:ext cx="1690652" cy="1124733"/>
      </dsp:txXfrm>
    </dsp:sp>
    <dsp:sp modelId="{139340FA-85AF-4B0D-853B-A617F2ACD654}">
      <dsp:nvSpPr>
        <dsp:cNvPr id="0" name=""/>
        <dsp:cNvSpPr/>
      </dsp:nvSpPr>
      <dsp:spPr>
        <a:xfrm>
          <a:off x="4953006" y="2590799"/>
          <a:ext cx="1760636" cy="119471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6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1120" tIns="53340" rIns="7112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smtClean="0"/>
            <a:t>0.5kg</a:t>
          </a:r>
          <a:endParaRPr lang="en-US" sz="2800" b="1" kern="1200" dirty="0"/>
        </a:p>
      </dsp:txBody>
      <dsp:txXfrm>
        <a:off x="4987998" y="2625791"/>
        <a:ext cx="1690652" cy="1124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F2E4212C-0D72-4B68-ABAF-D5FDC3B0AD31}" type="datetimeFigureOut">
              <a:rPr lang="en-US" smtClean="0"/>
              <a:pPr/>
              <a:t>27-Dec-17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2117AD0C-E054-483F-AD5A-50C432139F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2E4212C-0D72-4B68-ABAF-D5FDC3B0AD31}" type="datetimeFigureOut">
              <a:rPr lang="en-US" smtClean="0"/>
              <a:pPr/>
              <a:t>27-Dec-17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7AD0C-E054-483F-AD5A-50C432139F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F2E4212C-0D72-4B68-ABAF-D5FDC3B0AD31}" type="datetimeFigureOut">
              <a:rPr lang="en-US" smtClean="0"/>
              <a:pPr/>
              <a:t>27-Dec-17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2117AD0C-E054-483F-AD5A-50C432139F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2E4212C-0D72-4B68-ABAF-D5FDC3B0AD31}" type="datetimeFigureOut">
              <a:rPr lang="en-US" smtClean="0"/>
              <a:pPr/>
              <a:t>27-Dec-17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7AD0C-E054-483F-AD5A-50C432139F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2E4212C-0D72-4B68-ABAF-D5FDC3B0AD31}" type="datetimeFigureOut">
              <a:rPr lang="en-US" smtClean="0"/>
              <a:pPr/>
              <a:t>27-Dec-17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7AD0C-E054-483F-AD5A-50C432139F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2E4212C-0D72-4B68-ABAF-D5FDC3B0AD31}" type="datetimeFigureOut">
              <a:rPr lang="en-US" smtClean="0"/>
              <a:pPr/>
              <a:t>27-Dec-17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7AD0C-E054-483F-AD5A-50C432139F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F2E4212C-0D72-4B68-ABAF-D5FDC3B0AD31}" type="datetimeFigureOut">
              <a:rPr lang="en-US" smtClean="0"/>
              <a:pPr/>
              <a:t>27-Dec-17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7AD0C-E054-483F-AD5A-50C432139F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2E4212C-0D72-4B68-ABAF-D5FDC3B0AD31}" type="datetimeFigureOut">
              <a:rPr lang="en-US" smtClean="0"/>
              <a:pPr/>
              <a:t>27-Dec-17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7AD0C-E054-483F-AD5A-50C432139F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2E4212C-0D72-4B68-ABAF-D5FDC3B0AD31}" type="datetimeFigureOut">
              <a:rPr lang="en-US" smtClean="0"/>
              <a:pPr/>
              <a:t>27-Dec-17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7AD0C-E054-483F-AD5A-50C432139F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2E4212C-0D72-4B68-ABAF-D5FDC3B0AD31}" type="datetimeFigureOut">
              <a:rPr lang="en-US" smtClean="0"/>
              <a:pPr/>
              <a:t>27-Dec-17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117AD0C-E054-483F-AD5A-50C432139F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F2E4212C-0D72-4B68-ABAF-D5FDC3B0AD31}" type="datetimeFigureOut">
              <a:rPr lang="en-US" smtClean="0"/>
              <a:pPr/>
              <a:t>27-Dec-17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2117AD0C-E054-483F-AD5A-50C432139F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67B7-ABBD-4451-8D07-DDA18B5CA5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27-Dec-17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E4F3C-088B-42C2-B9A3-EAD5F8FC39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618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67B7-ABBD-4451-8D07-DDA18B5CA5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27-Dec-17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E4F3C-088B-42C2-B9A3-EAD5F8FC39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8351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67B7-ABBD-4451-8D07-DDA18B5CA5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27-Dec-17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E4F3C-088B-42C2-B9A3-EAD5F8FC39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6176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67B7-ABBD-4451-8D07-DDA18B5CA5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27-Dec-17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E4F3C-088B-42C2-B9A3-EAD5F8FC39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823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67B7-ABBD-4451-8D07-DDA18B5CA5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27-Dec-17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E4F3C-088B-42C2-B9A3-EAD5F8FC39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9740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67B7-ABBD-4451-8D07-DDA18B5CA5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27-Dec-17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E4F3C-088B-42C2-B9A3-EAD5F8FC39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474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67B7-ABBD-4451-8D07-DDA18B5CA5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27-Dec-17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E4F3C-088B-42C2-B9A3-EAD5F8FC39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4229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67B7-ABBD-4451-8D07-DDA18B5CA5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27-Dec-17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E4F3C-088B-42C2-B9A3-EAD5F8FC39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4665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67B7-ABBD-4451-8D07-DDA18B5CA5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27-Dec-17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E4F3C-088B-42C2-B9A3-EAD5F8FC39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6897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67B7-ABBD-4451-8D07-DDA18B5CA5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27-Dec-17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E4F3C-088B-42C2-B9A3-EAD5F8FC39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0409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567B7-ABBD-4451-8D07-DDA18B5CA5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27-Dec-17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E4F3C-088B-42C2-B9A3-EAD5F8FC39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911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F2E4212C-0D72-4B68-ABAF-D5FDC3B0AD31}" type="datetimeFigureOut">
              <a:rPr lang="en-US" smtClean="0"/>
              <a:pPr/>
              <a:t>27-Dec-17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2117AD0C-E054-483F-AD5A-50C432139F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567B7-ABBD-4451-8D07-DDA18B5CA54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27-Dec-17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E4F3C-088B-42C2-B9A3-EAD5F8FC39C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81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23528" y="260648"/>
            <a:ext cx="5105400" cy="1905000"/>
          </a:xfrm>
          <a:prstGeom prst="roundRect">
            <a:avLst/>
          </a:prstGeom>
          <a:solidFill>
            <a:srgbClr val="FF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bg1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300" endPos="45500" dir="5400000" sy="-100000" algn="bl" rotWithShape="0"/>
                </a:effectLst>
                <a:latin typeface="Berlin Sans FB Demi" panose="020E0802020502020306" pitchFamily="34" charset="0"/>
              </a:rPr>
              <a:t>Organic </a:t>
            </a:r>
            <a:r>
              <a:rPr lang="en-US" sz="5400" dirty="0" smtClean="0">
                <a:solidFill>
                  <a:schemeClr val="bg1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300" endPos="45500" dir="5400000" sy="-100000" algn="bl" rotWithShape="0"/>
                </a:effectLst>
                <a:latin typeface="Berlin Sans FB Demi" panose="020E0802020502020306" pitchFamily="34" charset="0"/>
              </a:rPr>
              <a:t>Rice</a:t>
            </a:r>
            <a:endParaRPr lang="en-US" sz="5400" dirty="0">
              <a:solidFill>
                <a:schemeClr val="bg1"/>
              </a:solidFill>
              <a:effectLst>
                <a:glow rad="228600">
                  <a:schemeClr val="accent6">
                    <a:satMod val="175000"/>
                    <a:alpha val="40000"/>
                  </a:schemeClr>
                </a:glo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886350" y="4953000"/>
            <a:ext cx="4029050" cy="1676400"/>
          </a:xfrm>
          <a:prstGeom prst="roundRect">
            <a:avLst/>
          </a:prstGeom>
          <a:solidFill>
            <a:srgbClr val="008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FFFF00"/>
                </a:solidFill>
                <a:latin typeface="Utsaah" panose="020B0604020202020204" pitchFamily="34" charset="0"/>
                <a:ea typeface="Times New Roman" panose="02020603050405020304" pitchFamily="18" charset="0"/>
                <a:cs typeface="Utsaah" panose="020B0604020202020204" pitchFamily="34" charset="0"/>
              </a:rPr>
              <a:t>Presented by</a:t>
            </a:r>
          </a:p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Utsaah" panose="020B0604020202020204" pitchFamily="34" charset="0"/>
                <a:ea typeface="Times New Roman" panose="02020603050405020304" pitchFamily="18" charset="0"/>
                <a:cs typeface="Utsaah" panose="020B0604020202020204" pitchFamily="34" charset="0"/>
              </a:rPr>
              <a:t>KOLA </a:t>
            </a:r>
            <a:r>
              <a:rPr lang="en-US" sz="2400" b="1" dirty="0">
                <a:solidFill>
                  <a:schemeClr val="bg1"/>
                </a:solidFill>
                <a:latin typeface="Utsaah" panose="020B0604020202020204" pitchFamily="34" charset="0"/>
                <a:ea typeface="Times New Roman" panose="02020603050405020304" pitchFamily="18" charset="0"/>
                <a:cs typeface="Utsaah" panose="020B0604020202020204" pitchFamily="34" charset="0"/>
              </a:rPr>
              <a:t>REDDY </a:t>
            </a:r>
            <a:r>
              <a:rPr lang="en-US" sz="2400" b="1" dirty="0" smtClean="0">
                <a:solidFill>
                  <a:schemeClr val="bg1"/>
                </a:solidFill>
                <a:latin typeface="Utsaah" panose="020B0604020202020204" pitchFamily="34" charset="0"/>
                <a:ea typeface="Times New Roman" panose="02020603050405020304" pitchFamily="18" charset="0"/>
                <a:cs typeface="Utsaah" panose="020B0604020202020204" pitchFamily="34" charset="0"/>
              </a:rPr>
              <a:t>NAGESWARI</a:t>
            </a:r>
          </a:p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Utsaah" panose="020B0604020202020204" pitchFamily="34" charset="0"/>
                <a:ea typeface="Times New Roman" panose="02020603050405020304" pitchFamily="18" charset="0"/>
                <a:cs typeface="Utsaah" panose="020B0604020202020204" pitchFamily="34" charset="0"/>
              </a:rPr>
              <a:t>2015018066</a:t>
            </a:r>
          </a:p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Utsaah" panose="020B0604020202020204" pitchFamily="34" charset="0"/>
                <a:ea typeface="Times New Roman" panose="02020603050405020304" pitchFamily="18" charset="0"/>
                <a:cs typeface="Utsaah" panose="020B0604020202020204" pitchFamily="34" charset="0"/>
              </a:rPr>
              <a:t>III B. Sc., Agriculture</a:t>
            </a:r>
            <a:endParaRPr lang="en-US" sz="2400" b="1" dirty="0">
              <a:solidFill>
                <a:schemeClr val="bg1"/>
              </a:solidFill>
              <a:latin typeface="Utsaah" panose="020B0604020202020204" pitchFamily="34" charset="0"/>
              <a:ea typeface="Times New Roman" panose="02020603050405020304" pitchFamily="18" charset="0"/>
              <a:cs typeface="Utsaah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893"/>
          <a:stretch/>
        </p:blipFill>
        <p:spPr>
          <a:xfrm>
            <a:off x="3072722" y="2234208"/>
            <a:ext cx="3627256" cy="26502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789" y="589310"/>
            <a:ext cx="8472518" cy="706090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solidFill>
                  <a:srgbClr val="0000FF"/>
                </a:solidFill>
                <a:latin typeface="+mn-lt"/>
              </a:rPr>
              <a:t>Introduction</a:t>
            </a:r>
            <a:endParaRPr lang="en-IN" sz="3200" b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434" y="1524000"/>
            <a:ext cx="8221228" cy="4419600"/>
          </a:xfrm>
        </p:spPr>
        <p:txBody>
          <a:bodyPr>
            <a:noAutofit/>
          </a:bodyPr>
          <a:lstStyle/>
          <a:p>
            <a:pPr marL="571500" indent="-406400" algn="just">
              <a:lnSpc>
                <a:spcPct val="150000"/>
              </a:lnSpc>
              <a:buClr>
                <a:schemeClr val="tx1"/>
              </a:buClr>
              <a:buSzPct val="120000"/>
            </a:pPr>
            <a:r>
              <a:rPr lang="en-US" sz="2800" b="1" dirty="0">
                <a:solidFill>
                  <a:srgbClr val="008000"/>
                </a:solidFill>
                <a:cs typeface="Times New Roman" pitchFamily="18" charset="0"/>
              </a:rPr>
              <a:t>Rice (</a:t>
            </a:r>
            <a:r>
              <a:rPr lang="en-US" sz="2800" b="1" u="sng" dirty="0" err="1">
                <a:solidFill>
                  <a:srgbClr val="008000"/>
                </a:solidFill>
                <a:cs typeface="Times New Roman" pitchFamily="18" charset="0"/>
              </a:rPr>
              <a:t>Oryza</a:t>
            </a:r>
            <a:r>
              <a:rPr lang="en-US" sz="2800" b="1" dirty="0">
                <a:solidFill>
                  <a:srgbClr val="008000"/>
                </a:solidFill>
                <a:cs typeface="Times New Roman" pitchFamily="18" charset="0"/>
              </a:rPr>
              <a:t> </a:t>
            </a:r>
            <a:r>
              <a:rPr lang="en-US" sz="2800" b="1" u="sng" dirty="0">
                <a:solidFill>
                  <a:srgbClr val="008000"/>
                </a:solidFill>
                <a:cs typeface="Times New Roman" pitchFamily="18" charset="0"/>
              </a:rPr>
              <a:t>sativa</a:t>
            </a:r>
            <a:r>
              <a:rPr lang="en-US" sz="2800" b="1" dirty="0">
                <a:solidFill>
                  <a:srgbClr val="008000"/>
                </a:solidFill>
                <a:cs typeface="Times New Roman" pitchFamily="18" charset="0"/>
              </a:rPr>
              <a:t>) </a:t>
            </a:r>
            <a:r>
              <a:rPr lang="en-US" sz="2800" b="1" dirty="0">
                <a:cs typeface="Times New Roman" pitchFamily="18" charset="0"/>
              </a:rPr>
              <a:t>is staple food for more than half of the world population</a:t>
            </a:r>
            <a:r>
              <a:rPr lang="en-US" sz="2800" b="1" dirty="0" smtClean="0">
                <a:cs typeface="Times New Roman" pitchFamily="18" charset="0"/>
              </a:rPr>
              <a:t>.</a:t>
            </a:r>
          </a:p>
          <a:p>
            <a:pPr marL="571500" indent="-406400" algn="just">
              <a:lnSpc>
                <a:spcPct val="150000"/>
              </a:lnSpc>
              <a:buClr>
                <a:schemeClr val="tx1"/>
              </a:buClr>
              <a:buSzPct val="120000"/>
            </a:pPr>
            <a:r>
              <a:rPr lang="en-US" sz="2800" b="1" dirty="0"/>
              <a:t>India is the world's second largest producer of </a:t>
            </a:r>
            <a:r>
              <a:rPr lang="en-US" sz="2800" b="1" dirty="0" smtClean="0"/>
              <a:t>Rice, Wheat and other cereals.</a:t>
            </a:r>
            <a:endParaRPr lang="en-US" sz="2800" b="1" dirty="0"/>
          </a:p>
          <a:p>
            <a:pPr marL="571500" indent="-406400" algn="just">
              <a:lnSpc>
                <a:spcPct val="150000"/>
              </a:lnSpc>
              <a:buClr>
                <a:schemeClr val="tx1"/>
              </a:buClr>
              <a:buSzPct val="120000"/>
            </a:pPr>
            <a:r>
              <a:rPr lang="en-US" sz="2800" b="1" dirty="0" smtClean="0"/>
              <a:t>This </a:t>
            </a:r>
            <a:r>
              <a:rPr lang="en-US" sz="2800" b="1" dirty="0"/>
              <a:t>cereal contributes a considerable amount of calories to the consumer. </a:t>
            </a:r>
            <a:endParaRPr 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134654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3400" y="1371600"/>
            <a:ext cx="78486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406400" algn="just">
              <a:lnSpc>
                <a:spcPct val="150000"/>
              </a:lnSpc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8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onventional </a:t>
            </a:r>
            <a:r>
              <a:rPr lang="en-US" sz="28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rice production we uses over </a:t>
            </a:r>
            <a:r>
              <a:rPr lang="en-US" sz="2800" b="1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40 different agro chemicals</a:t>
            </a:r>
            <a:r>
              <a:rPr lang="en-US" sz="28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 to control weeds, diseases and insects - pesticides </a:t>
            </a:r>
            <a:r>
              <a:rPr lang="en-US" sz="2800" b="1" dirty="0" smtClean="0"/>
              <a:t>which </a:t>
            </a:r>
            <a:r>
              <a:rPr lang="en-US" sz="2800" b="1" dirty="0"/>
              <a:t>puts consumer health at risk.</a:t>
            </a:r>
          </a:p>
          <a:p>
            <a:pPr marL="571500" indent="-406400" algn="just">
              <a:lnSpc>
                <a:spcPct val="150000"/>
              </a:lnSpc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sz="28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Organic rice production systems have a lot of advantages over conventional rice cultivation practices. </a:t>
            </a:r>
          </a:p>
        </p:txBody>
      </p:sp>
      <p:sp>
        <p:nvSpPr>
          <p:cNvPr id="5" name="Rectangle 4"/>
          <p:cNvSpPr/>
          <p:nvPr/>
        </p:nvSpPr>
        <p:spPr>
          <a:xfrm>
            <a:off x="7522469" y="764704"/>
            <a:ext cx="8595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rgbClr val="800000"/>
                </a:solidFill>
              </a:rPr>
              <a:t>Cond...</a:t>
            </a:r>
            <a:endParaRPr lang="en-US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55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0" y="1828800"/>
            <a:ext cx="81534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/>
              <a:t>India is a </a:t>
            </a:r>
            <a:r>
              <a:rPr lang="en-US" sz="2800" b="1" dirty="0"/>
              <a:t>major </a:t>
            </a:r>
            <a:r>
              <a:rPr lang="en-US" sz="2800" b="1" dirty="0" smtClean="0"/>
              <a:t>exporter of organic rice in the International market. </a:t>
            </a:r>
            <a:endParaRPr lang="en-US" sz="2800" b="1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/>
              <a:t>During 2008-09</a:t>
            </a:r>
            <a:r>
              <a:rPr lang="en-US" sz="2800" b="1" dirty="0"/>
              <a:t>, </a:t>
            </a:r>
            <a:r>
              <a:rPr lang="en-US" sz="2800" b="1" dirty="0" smtClean="0"/>
              <a:t>around 5630 </a:t>
            </a:r>
            <a:r>
              <a:rPr lang="en-US" sz="2800" b="1" dirty="0"/>
              <a:t>MT of organic basmati rice was exported from </a:t>
            </a:r>
            <a:r>
              <a:rPr lang="en-US" sz="2800" b="1" dirty="0" smtClean="0"/>
              <a:t>India through </a:t>
            </a:r>
            <a:r>
              <a:rPr lang="en-US" sz="2800" b="1" dirty="0"/>
              <a:t>APEDA</a:t>
            </a:r>
            <a:r>
              <a:rPr lang="en-US" sz="2800" b="1" dirty="0" smtClean="0"/>
              <a:t>.</a:t>
            </a:r>
            <a:endParaRPr lang="en-US" sz="2800" b="1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/>
              <a:t>Since, the demand is increasing nature for organic rice year by year.</a:t>
            </a:r>
            <a:endParaRPr lang="en-US" sz="2800" b="1" dirty="0"/>
          </a:p>
        </p:txBody>
      </p:sp>
      <p:sp>
        <p:nvSpPr>
          <p:cNvPr id="2" name="Rectangle 1"/>
          <p:cNvSpPr/>
          <p:nvPr/>
        </p:nvSpPr>
        <p:spPr>
          <a:xfrm>
            <a:off x="1693231" y="914400"/>
            <a:ext cx="57575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0000FF"/>
                </a:solidFill>
              </a:rPr>
              <a:t>Extent of organic rice in India</a:t>
            </a:r>
          </a:p>
        </p:txBody>
      </p:sp>
    </p:spTree>
    <p:extLst>
      <p:ext uri="{BB962C8B-B14F-4D97-AF65-F5344CB8AC3E}">
        <p14:creationId xmlns:p14="http://schemas.microsoft.com/office/powerpoint/2010/main" val="2400701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921" y="1417637"/>
            <a:ext cx="8229600" cy="20875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 smtClean="0"/>
              <a:t>Organic rice is cultivated by using natural and not chemical fertilizers, which are harmful to health and environment as well. </a:t>
            </a:r>
          </a:p>
        </p:txBody>
      </p:sp>
      <p:sp>
        <p:nvSpPr>
          <p:cNvPr id="4" name="Cloud Callout 3"/>
          <p:cNvSpPr/>
          <p:nvPr/>
        </p:nvSpPr>
        <p:spPr>
          <a:xfrm>
            <a:off x="457200" y="3581400"/>
            <a:ext cx="4191000" cy="2667000"/>
          </a:xfrm>
          <a:prstGeom prst="cloudCallout">
            <a:avLst/>
          </a:prstGeom>
          <a:solidFill>
            <a:srgbClr val="0000F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FFFF00"/>
                </a:solidFill>
              </a:rPr>
              <a:t>Agro-ecosystem health &amp; biodiversity</a:t>
            </a:r>
            <a:endParaRPr lang="en-US" sz="2800" b="1" dirty="0">
              <a:solidFill>
                <a:srgbClr val="FFFF00"/>
              </a:solidFill>
            </a:endParaRPr>
          </a:p>
        </p:txBody>
      </p:sp>
      <p:sp>
        <p:nvSpPr>
          <p:cNvPr id="5" name="Cloud Callout 4"/>
          <p:cNvSpPr/>
          <p:nvPr/>
        </p:nvSpPr>
        <p:spPr>
          <a:xfrm>
            <a:off x="5105400" y="3505200"/>
            <a:ext cx="3429000" cy="2743200"/>
          </a:xfrm>
          <a:prstGeom prst="cloudCallout">
            <a:avLst/>
          </a:prstGeom>
          <a:solidFill>
            <a:srgbClr val="6C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Biological cycle and soil biological activity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1713" y="695106"/>
            <a:ext cx="43333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0000FF"/>
                </a:solidFill>
              </a:rPr>
              <a:t>What is Organic rice?</a:t>
            </a:r>
            <a:endParaRPr lang="en-US" sz="36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Needs of organic cultivation</a:t>
            </a:r>
            <a:endParaRPr lang="en-US" sz="3600" b="1" dirty="0">
              <a:solidFill>
                <a:srgbClr val="0000FF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180293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705592"/>
              </p:ext>
            </p:extLst>
          </p:nvPr>
        </p:nvGraphicFramePr>
        <p:xfrm>
          <a:off x="814172" y="1605307"/>
          <a:ext cx="7402098" cy="2360034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467366"/>
                <a:gridCol w="2467366"/>
                <a:gridCol w="2467366"/>
              </a:tblGrid>
              <a:tr h="457199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FFFF00"/>
                          </a:solidFill>
                        </a:rPr>
                        <a:t>Organic rice</a:t>
                      </a:r>
                      <a:endParaRPr lang="en-US" sz="2400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FFFF00"/>
                          </a:solidFill>
                        </a:rPr>
                        <a:t>Conventional</a:t>
                      </a:r>
                      <a:r>
                        <a:rPr lang="en-US" sz="2400" baseline="0" dirty="0" smtClean="0">
                          <a:solidFill>
                            <a:srgbClr val="FFFF00"/>
                          </a:solidFill>
                        </a:rPr>
                        <a:t> rice</a:t>
                      </a:r>
                      <a:endParaRPr lang="en-US" sz="2400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</a:tr>
              <a:tr h="385466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FFFF00"/>
                          </a:solidFill>
                        </a:rPr>
                        <a:t>Calorie </a:t>
                      </a:r>
                      <a:endParaRPr lang="en-US" sz="2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218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250</a:t>
                      </a:r>
                    </a:p>
                  </a:txBody>
                  <a:tcPr/>
                </a:tc>
              </a:tr>
              <a:tr h="385466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FFFF00"/>
                          </a:solidFill>
                        </a:rPr>
                        <a:t>Carbohydrate</a:t>
                      </a:r>
                      <a:endParaRPr lang="en-US" sz="2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46 grams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53 grams</a:t>
                      </a:r>
                    </a:p>
                  </a:txBody>
                  <a:tcPr/>
                </a:tc>
              </a:tr>
              <a:tr h="385466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rgbClr val="FFFF00"/>
                          </a:solidFill>
                        </a:rPr>
                        <a:t>Dietary </a:t>
                      </a:r>
                      <a:r>
                        <a:rPr lang="en-US" sz="2400" b="1" dirty="0" err="1" smtClean="0">
                          <a:solidFill>
                            <a:srgbClr val="FFFF00"/>
                          </a:solidFill>
                        </a:rPr>
                        <a:t>fibre</a:t>
                      </a:r>
                      <a:r>
                        <a:rPr lang="en-US" sz="2400" b="1" dirty="0" smtClean="0">
                          <a:solidFill>
                            <a:srgbClr val="FFFF00"/>
                          </a:solidFill>
                        </a:rPr>
                        <a:t> </a:t>
                      </a:r>
                      <a:endParaRPr lang="en-US" sz="2400" b="1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 grams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1 gram</a:t>
                      </a:r>
                    </a:p>
                  </a:txBody>
                  <a:tcPr/>
                </a:tc>
              </a:tr>
              <a:tr h="5312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>
                          <a:solidFill>
                            <a:srgbClr val="FFFF00"/>
                          </a:solidFill>
                        </a:rPr>
                        <a:t>Glycemic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59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89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12545" y="609600"/>
            <a:ext cx="8480783" cy="589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00FF"/>
                </a:solidFill>
              </a:rPr>
              <a:t>Nutritional properties Organic Rice and conventional Rice </a:t>
            </a:r>
            <a:r>
              <a:rPr lang="en-US" sz="2400" b="1" dirty="0">
                <a:solidFill>
                  <a:srgbClr val="0000FF"/>
                </a:solidFill>
              </a:rPr>
              <a:t>(USDA</a:t>
            </a:r>
            <a:r>
              <a:rPr lang="en-US" sz="2400" b="1" dirty="0" smtClean="0">
                <a:solidFill>
                  <a:srgbClr val="0000FF"/>
                </a:solidFill>
              </a:rPr>
              <a:t>)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2545" y="4343400"/>
            <a:ext cx="75318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Organic rice are rich in minerals and </a:t>
            </a:r>
            <a:r>
              <a:rPr lang="en-US" sz="2400" b="1" dirty="0" smtClean="0"/>
              <a:t>vitamins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Lesser G.I food does not cause in rapid sugar </a:t>
            </a:r>
            <a:r>
              <a:rPr lang="en-US" sz="2400" b="1" dirty="0" smtClean="0"/>
              <a:t>spike but </a:t>
            </a:r>
            <a:r>
              <a:rPr lang="en-US" sz="2400" b="1" dirty="0"/>
              <a:t>feel full for longer period of </a:t>
            </a:r>
            <a:r>
              <a:rPr lang="en-US" sz="2400" b="1" dirty="0" smtClean="0"/>
              <a:t>time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0414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5364" y="1828800"/>
            <a:ext cx="8105235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/>
              <a:t>Rice </a:t>
            </a:r>
            <a:r>
              <a:rPr lang="en-US" sz="2800" b="1" dirty="0"/>
              <a:t>is the major crop that receives maximum quantity </a:t>
            </a:r>
            <a:r>
              <a:rPr lang="en-US" sz="2800" b="1" dirty="0" smtClean="0"/>
              <a:t>of </a:t>
            </a:r>
            <a:r>
              <a:rPr lang="en-US" sz="2800" b="1" dirty="0" smtClean="0">
                <a:solidFill>
                  <a:srgbClr val="FF0000"/>
                </a:solidFill>
              </a:rPr>
              <a:t>fertilizers </a:t>
            </a:r>
            <a:r>
              <a:rPr lang="en-US" sz="2800" b="1" dirty="0">
                <a:solidFill>
                  <a:srgbClr val="FF0000"/>
                </a:solidFill>
              </a:rPr>
              <a:t>(40%)</a:t>
            </a:r>
            <a:r>
              <a:rPr lang="en-US" sz="2800" b="1" dirty="0"/>
              <a:t> and </a:t>
            </a:r>
            <a:r>
              <a:rPr lang="en-US" sz="2800" b="1" dirty="0">
                <a:solidFill>
                  <a:srgbClr val="FF0000"/>
                </a:solidFill>
              </a:rPr>
              <a:t>pesticides </a:t>
            </a:r>
            <a:r>
              <a:rPr lang="en-US" sz="2800" b="1" dirty="0" smtClean="0">
                <a:solidFill>
                  <a:srgbClr val="FF0000"/>
                </a:solidFill>
              </a:rPr>
              <a:t>         (</a:t>
            </a:r>
            <a:r>
              <a:rPr lang="en-US" sz="2800" b="1" dirty="0">
                <a:solidFill>
                  <a:srgbClr val="FF0000"/>
                </a:solidFill>
              </a:rPr>
              <a:t>17-18%)</a:t>
            </a:r>
            <a:r>
              <a:rPr lang="en-US" sz="2800" b="1" dirty="0"/>
              <a:t> and </a:t>
            </a:r>
            <a:endParaRPr lang="en-US" sz="2800" b="1" dirty="0" smtClean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T</a:t>
            </a:r>
            <a:r>
              <a:rPr lang="en-US" sz="2800" b="1" dirty="0" smtClean="0"/>
              <a:t>hese practices pose </a:t>
            </a:r>
            <a:r>
              <a:rPr lang="en-US" sz="2800" b="1" dirty="0"/>
              <a:t>major challenges in organic rice farming for </a:t>
            </a:r>
            <a:r>
              <a:rPr lang="en-US" sz="2800" b="1" dirty="0" smtClean="0"/>
              <a:t>nutrient and </a:t>
            </a:r>
            <a:r>
              <a:rPr lang="en-US" sz="2800" b="1" dirty="0"/>
              <a:t>pest management</a:t>
            </a:r>
            <a:r>
              <a:rPr lang="en-US" sz="2800" b="1" dirty="0" smtClean="0"/>
              <a:t>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/>
              <a:t>Yield reduces in the conversion (initial) period.</a:t>
            </a:r>
            <a:endParaRPr lang="en-US" sz="2800" b="1" dirty="0"/>
          </a:p>
        </p:txBody>
      </p:sp>
      <p:sp>
        <p:nvSpPr>
          <p:cNvPr id="2" name="Rectangle 1"/>
          <p:cNvSpPr/>
          <p:nvPr/>
        </p:nvSpPr>
        <p:spPr>
          <a:xfrm>
            <a:off x="824494" y="791327"/>
            <a:ext cx="7563930" cy="8374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smtClean="0">
                <a:solidFill>
                  <a:srgbClr val="0000FF"/>
                </a:solidFill>
              </a:rPr>
              <a:t>Challenges for Organic Rice Cultivation</a:t>
            </a:r>
            <a:endParaRPr 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35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1835696" y="1268760"/>
            <a:ext cx="5567590" cy="3960440"/>
          </a:xfrm>
          <a:prstGeom prst="ellipse">
            <a:avLst/>
          </a:prstGeom>
          <a:solidFill>
            <a:srgbClr val="FF0D6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028746" y="2355493"/>
            <a:ext cx="5315108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4000" b="1" dirty="0">
                <a:solidFill>
                  <a:schemeClr val="bg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reflection blurRad="6350" stA="55000" endA="300" endPos="45500" dir="5400000" sy="-100000" algn="bl" rotWithShape="0"/>
                </a:effectLst>
              </a:rPr>
              <a:t>Package of </a:t>
            </a:r>
            <a:r>
              <a:rPr lang="en-US" sz="4000" b="1" dirty="0" smtClean="0">
                <a:solidFill>
                  <a:schemeClr val="bg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reflection blurRad="6350" stA="55000" endA="300" endPos="45500" dir="5400000" sy="-100000" algn="bl" rotWithShape="0"/>
                </a:effectLst>
              </a:rPr>
              <a:t>practices for </a:t>
            </a:r>
          </a:p>
          <a:p>
            <a:pPr algn="ctr">
              <a:lnSpc>
                <a:spcPct val="150000"/>
              </a:lnSpc>
            </a:pPr>
            <a:r>
              <a:rPr lang="en-US" sz="4000" b="1" dirty="0" smtClean="0">
                <a:solidFill>
                  <a:schemeClr val="bg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reflection blurRad="6350" stA="55000" endA="300" endPos="45500" dir="5400000" sy="-100000" algn="bl" rotWithShape="0"/>
                </a:effectLst>
              </a:rPr>
              <a:t>Organic Rice </a:t>
            </a:r>
            <a:endParaRPr lang="en-US" sz="4000" dirty="0">
              <a:solidFill>
                <a:schemeClr val="bg1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reflection blurRad="6350" stA="55000" endA="300" endPos="45500" dir="5400000" sy="-100000" algn="bl" rotWithShape="0"/>
              </a:effectLst>
            </a:endParaRPr>
          </a:p>
        </p:txBody>
      </p:sp>
      <p:pic>
        <p:nvPicPr>
          <p:cNvPr id="2" name="Picture 2" descr="C:\Users\user\Downloads\dep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"/>
            <a:ext cx="2267743" cy="2156025"/>
          </a:xfrm>
          <a:prstGeom prst="ellipse">
            <a:avLst/>
          </a:prstGeom>
          <a:noFill/>
        </p:spPr>
      </p:pic>
      <p:pic>
        <p:nvPicPr>
          <p:cNvPr id="1027" name="Picture 3" descr="C:\Users\user\Downloads\de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84071" y="0"/>
            <a:ext cx="2359929" cy="2143332"/>
          </a:xfrm>
          <a:prstGeom prst="ellipse">
            <a:avLst/>
          </a:prstGeom>
          <a:noFill/>
        </p:spPr>
      </p:pic>
      <p:pic>
        <p:nvPicPr>
          <p:cNvPr id="1028" name="Picture 4" descr="C:\Users\user\Downloads\images (3)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605677"/>
            <a:ext cx="2411760" cy="2279217"/>
          </a:xfrm>
          <a:prstGeom prst="ellipse">
            <a:avLst/>
          </a:prstGeom>
          <a:noFill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7" y="4374156"/>
            <a:ext cx="2613956" cy="245533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66429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Step for organic rice production</a:t>
            </a:r>
            <a:endParaRPr lang="en-US" sz="3600" b="1" dirty="0">
              <a:solidFill>
                <a:srgbClr val="0000FF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963415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58"/>
          <a:stretch/>
        </p:blipFill>
        <p:spPr>
          <a:xfrm>
            <a:off x="-13483" y="1196752"/>
            <a:ext cx="9176384" cy="55172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331640" y="1124744"/>
            <a:ext cx="529536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6C0000"/>
                </a:solidFill>
              </a:rPr>
              <a:t>Nursery </a:t>
            </a:r>
            <a:r>
              <a:rPr lang="en-US" sz="4400" b="1" dirty="0">
                <a:solidFill>
                  <a:srgbClr val="6C0000"/>
                </a:solidFill>
              </a:rPr>
              <a:t>Management</a:t>
            </a:r>
            <a:endParaRPr lang="en-US" sz="4400" dirty="0">
              <a:solidFill>
                <a:srgbClr val="6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53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33400" y="762000"/>
            <a:ext cx="816515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 err="1">
                <a:solidFill>
                  <a:srgbClr val="0000FF"/>
                </a:solidFill>
              </a:rPr>
              <a:t>i</a:t>
            </a:r>
            <a:r>
              <a:rPr lang="en-US" sz="2800" b="1" dirty="0">
                <a:solidFill>
                  <a:srgbClr val="0000FF"/>
                </a:solidFill>
              </a:rPr>
              <a:t>) Nutrient </a:t>
            </a:r>
            <a:r>
              <a:rPr lang="en-US" sz="2800" b="1" dirty="0" smtClean="0">
                <a:solidFill>
                  <a:srgbClr val="0000FF"/>
                </a:solidFill>
              </a:rPr>
              <a:t>Management</a:t>
            </a:r>
            <a:endParaRPr lang="en-US" sz="2800" b="1" dirty="0" smtClean="0"/>
          </a:p>
          <a:p>
            <a:pPr marL="738188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/>
              <a:t>During </a:t>
            </a:r>
            <a:r>
              <a:rPr lang="en-US" sz="2800" b="1" dirty="0"/>
              <a:t>seed bed preparation, organic manures such as FYM, Compost, </a:t>
            </a:r>
            <a:r>
              <a:rPr lang="en-US" sz="2800" b="1" dirty="0" smtClean="0"/>
              <a:t>vermin - compost </a:t>
            </a:r>
            <a:r>
              <a:rPr lang="en-US" sz="2800" b="1" dirty="0"/>
              <a:t>can be used @ </a:t>
            </a:r>
            <a:r>
              <a:rPr lang="en-US" sz="2800" b="1" dirty="0" smtClean="0"/>
              <a:t>5t/ha of nursery area.</a:t>
            </a:r>
          </a:p>
          <a:p>
            <a:pPr marL="738188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 smtClean="0">
                <a:solidFill>
                  <a:srgbClr val="FF0000"/>
                </a:solidFill>
              </a:rPr>
              <a:t>Gana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</a:rPr>
              <a:t>jeeva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</a:rPr>
              <a:t>amuruth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r>
              <a:rPr lang="en-US" sz="2800" b="1" dirty="0" smtClean="0"/>
              <a:t>:200kg/acre</a:t>
            </a:r>
            <a:endParaRPr lang="en-US" sz="2800" b="1" dirty="0"/>
          </a:p>
          <a:p>
            <a:pPr>
              <a:lnSpc>
                <a:spcPct val="200000"/>
              </a:lnSpc>
            </a:pPr>
            <a:r>
              <a:rPr lang="en-US" sz="2800" b="1" dirty="0" smtClean="0">
                <a:solidFill>
                  <a:srgbClr val="0000FF"/>
                </a:solidFill>
              </a:rPr>
              <a:t>ii) Seed treatment</a:t>
            </a:r>
          </a:p>
          <a:p>
            <a:pPr marL="690563" indent="-288925">
              <a:lnSpc>
                <a:spcPct val="150000"/>
              </a:lnSpc>
              <a:buFont typeface="+mj-lt"/>
              <a:buAutoNum type="alphaLcParenR"/>
            </a:pPr>
            <a:r>
              <a:rPr lang="en-US" sz="2800" b="1" dirty="0" smtClean="0">
                <a:solidFill>
                  <a:srgbClr val="008000"/>
                </a:solidFill>
              </a:rPr>
              <a:t> Plant protection</a:t>
            </a:r>
            <a:r>
              <a:rPr lang="en-US" sz="2800" b="1" dirty="0" smtClean="0">
                <a:solidFill>
                  <a:srgbClr val="FF0066"/>
                </a:solidFill>
              </a:rPr>
              <a:t> </a:t>
            </a:r>
          </a:p>
          <a:p>
            <a:pPr marL="125095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err="1" smtClean="0"/>
              <a:t>Beejamrut</a:t>
            </a:r>
            <a:r>
              <a:rPr lang="en-US" sz="2800" b="1" dirty="0"/>
              <a:t>: 3 </a:t>
            </a:r>
            <a:r>
              <a:rPr lang="en-US" sz="2800" b="1" dirty="0" smtClean="0"/>
              <a:t>liter/ac of Seeds</a:t>
            </a:r>
          </a:p>
          <a:p>
            <a:pPr marL="125095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/>
              <a:t>Prevents seed </a:t>
            </a:r>
            <a:r>
              <a:rPr lang="en-US" sz="2800" b="1" dirty="0"/>
              <a:t>borne </a:t>
            </a:r>
            <a:r>
              <a:rPr lang="en-US" sz="2800" b="1" dirty="0" smtClean="0"/>
              <a:t>disease</a:t>
            </a:r>
            <a:endParaRPr lang="en-US" sz="2800" b="1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873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1143000"/>
            <a:ext cx="83058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lphaLcParenR" startAt="2"/>
            </a:pPr>
            <a:r>
              <a:rPr lang="en-US" sz="2800" b="1" dirty="0">
                <a:solidFill>
                  <a:srgbClr val="008000"/>
                </a:solidFill>
              </a:rPr>
              <a:t>Bio fertilizer</a:t>
            </a:r>
          </a:p>
          <a:p>
            <a:pPr marL="738188" indent="-2730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Azospirillum and phosphorus solubilizing bacteria 10 gram each/kg of Seeds</a:t>
            </a:r>
            <a:r>
              <a:rPr lang="en-US" sz="2800" b="1" dirty="0" smtClean="0"/>
              <a:t>.</a:t>
            </a:r>
          </a:p>
          <a:p>
            <a:pPr marL="465138" algn="just">
              <a:lnSpc>
                <a:spcPct val="150000"/>
              </a:lnSpc>
            </a:pPr>
            <a:r>
              <a:rPr lang="en-US" sz="2800" b="1" dirty="0" smtClean="0"/>
              <a:t> </a:t>
            </a:r>
          </a:p>
          <a:p>
            <a:pPr marL="1090613" indent="-1090613" algn="just">
              <a:lnSpc>
                <a:spcPct val="150000"/>
              </a:lnSpc>
            </a:pPr>
            <a:r>
              <a:rPr lang="en-US" sz="2800" b="1" dirty="0" smtClean="0">
                <a:solidFill>
                  <a:srgbClr val="0000FF"/>
                </a:solidFill>
              </a:rPr>
              <a:t>Uses</a:t>
            </a:r>
            <a:r>
              <a:rPr lang="en-US" sz="2800" b="1" dirty="0">
                <a:solidFill>
                  <a:srgbClr val="0000FF"/>
                </a:solidFill>
              </a:rPr>
              <a:t>:  </a:t>
            </a:r>
            <a:r>
              <a:rPr lang="en-US" sz="2800" b="1" dirty="0"/>
              <a:t>Fix atmospheric nitrogen </a:t>
            </a:r>
            <a:r>
              <a:rPr lang="en-US" sz="2800" b="1" dirty="0" smtClean="0"/>
              <a:t>30-35 </a:t>
            </a:r>
            <a:r>
              <a:rPr lang="en-US" sz="2800" b="1" dirty="0"/>
              <a:t>kg N/ha/season, solubilizes phosphorus and silicon and induce drought tolerant</a:t>
            </a:r>
            <a:r>
              <a:rPr lang="en-US" sz="2800" b="1" dirty="0" smtClean="0"/>
              <a:t>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5809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14348" y="568091"/>
            <a:ext cx="77519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0000FF"/>
                </a:solidFill>
              </a:rPr>
              <a:t>Special nursery management  Practices 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1472" y="1500174"/>
            <a:ext cx="792961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b="1" dirty="0" err="1" smtClean="0">
                <a:solidFill>
                  <a:srgbClr val="6C0000"/>
                </a:solidFill>
              </a:rPr>
              <a:t>i</a:t>
            </a:r>
            <a:r>
              <a:rPr lang="en-US" sz="2800" b="1" dirty="0" smtClean="0">
                <a:solidFill>
                  <a:srgbClr val="6C0000"/>
                </a:solidFill>
              </a:rPr>
              <a:t>) </a:t>
            </a:r>
            <a:r>
              <a:rPr lang="en-US" sz="2800" b="1" dirty="0" err="1" smtClean="0">
                <a:solidFill>
                  <a:srgbClr val="6C0000"/>
                </a:solidFill>
              </a:rPr>
              <a:t>Dhrava</a:t>
            </a:r>
            <a:r>
              <a:rPr lang="en-US" sz="2800" b="1" dirty="0" smtClean="0">
                <a:solidFill>
                  <a:srgbClr val="6C0000"/>
                </a:solidFill>
              </a:rPr>
              <a:t> </a:t>
            </a:r>
            <a:r>
              <a:rPr lang="en-US" sz="2800" b="1" dirty="0" err="1" smtClean="0">
                <a:solidFill>
                  <a:srgbClr val="6C0000"/>
                </a:solidFill>
              </a:rPr>
              <a:t>jeeva</a:t>
            </a:r>
            <a:r>
              <a:rPr lang="en-US" sz="2800" b="1" dirty="0" smtClean="0">
                <a:solidFill>
                  <a:srgbClr val="6C0000"/>
                </a:solidFill>
              </a:rPr>
              <a:t> </a:t>
            </a:r>
            <a:r>
              <a:rPr lang="en-US" sz="2800" b="1" dirty="0" err="1" smtClean="0">
                <a:solidFill>
                  <a:srgbClr val="6C0000"/>
                </a:solidFill>
              </a:rPr>
              <a:t>amrut</a:t>
            </a:r>
            <a:r>
              <a:rPr lang="en-US" sz="2800" b="1" dirty="0" smtClean="0">
                <a:solidFill>
                  <a:srgbClr val="6C0000"/>
                </a:solidFill>
              </a:rPr>
              <a:t> (7 DAS)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/>
              <a:t>	1 ac : 200 </a:t>
            </a:r>
            <a:r>
              <a:rPr lang="en-US" sz="2800" b="1" dirty="0" err="1" smtClean="0"/>
              <a:t>litres</a:t>
            </a:r>
            <a:endParaRPr lang="en-US" sz="2800" b="1" dirty="0" smtClean="0"/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6C0000"/>
                </a:solidFill>
              </a:rPr>
              <a:t>ii) </a:t>
            </a:r>
            <a:r>
              <a:rPr lang="en-US" sz="2800" b="1" dirty="0" smtClean="0">
                <a:solidFill>
                  <a:srgbClr val="6C0000"/>
                </a:solidFill>
              </a:rPr>
              <a:t>Sour </a:t>
            </a:r>
            <a:r>
              <a:rPr lang="en-US" sz="2800" b="1" dirty="0" smtClean="0">
                <a:solidFill>
                  <a:srgbClr val="6C0000"/>
                </a:solidFill>
              </a:rPr>
              <a:t>butter </a:t>
            </a:r>
            <a:r>
              <a:rPr lang="en-US" sz="2800" b="1" dirty="0" smtClean="0">
                <a:solidFill>
                  <a:srgbClr val="6C0000"/>
                </a:solidFill>
              </a:rPr>
              <a:t>milk (9 DAS)</a:t>
            </a:r>
          </a:p>
          <a:p>
            <a:pPr lvl="0" algn="just">
              <a:lnSpc>
                <a:spcPct val="150000"/>
              </a:lnSpc>
            </a:pPr>
            <a:r>
              <a:rPr lang="en-US" sz="2800" b="1" dirty="0" smtClean="0"/>
              <a:t>	1 ac 100 liter water + 3 liter </a:t>
            </a:r>
            <a:r>
              <a:rPr lang="en-US" sz="2800" b="1" dirty="0" err="1" smtClean="0"/>
              <a:t>sour</a:t>
            </a:r>
            <a:r>
              <a:rPr lang="en-US" sz="2800" b="1" dirty="0" err="1" smtClean="0"/>
              <a:t>butter</a:t>
            </a:r>
            <a:r>
              <a:rPr lang="en-US" sz="2800" b="1" dirty="0" smtClean="0"/>
              <a:t> </a:t>
            </a:r>
            <a:r>
              <a:rPr lang="en-US" sz="2800" b="1" dirty="0" smtClean="0"/>
              <a:t>milk</a:t>
            </a:r>
          </a:p>
          <a:p>
            <a:pPr lvl="0">
              <a:lnSpc>
                <a:spcPct val="150000"/>
              </a:lnSpc>
            </a:pPr>
            <a:r>
              <a:rPr lang="en-US" sz="2800" b="1" dirty="0" smtClean="0">
                <a:solidFill>
                  <a:srgbClr val="6C0000"/>
                </a:solidFill>
              </a:rPr>
              <a:t>Benefit: </a:t>
            </a:r>
          </a:p>
          <a:p>
            <a:pPr marL="568325"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/>
              <a:t>	Strengthen the seed and </a:t>
            </a:r>
          </a:p>
          <a:p>
            <a:pPr marL="914400" lvl="0" indent="-284163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b="1" dirty="0" smtClean="0"/>
              <a:t>Increase the milking stage and reduces the pest incidence  (Main filed)</a:t>
            </a:r>
          </a:p>
        </p:txBody>
      </p:sp>
      <p:pic>
        <p:nvPicPr>
          <p:cNvPr id="4" name="Picture 4" descr="C:\Users\user\Downloads\images (3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94" y="1214422"/>
            <a:ext cx="2928926" cy="214311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3400" y="1066800"/>
            <a:ext cx="81534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/>
              <a:t>During </a:t>
            </a:r>
            <a:r>
              <a:rPr lang="en-US" sz="2400" b="1" dirty="0"/>
              <a:t>land </a:t>
            </a:r>
            <a:r>
              <a:rPr lang="en-US" sz="2400" b="1" dirty="0" smtClean="0"/>
              <a:t>preparation </a:t>
            </a:r>
            <a:r>
              <a:rPr lang="en-US" sz="2400" b="1" dirty="0"/>
              <a:t>10 t of FYM/ha + 5 tons paddy straw and 10 </a:t>
            </a:r>
            <a:r>
              <a:rPr lang="en-US" sz="2400" b="1" dirty="0" smtClean="0"/>
              <a:t>tones </a:t>
            </a:r>
            <a:r>
              <a:rPr lang="en-US" sz="2400" b="1" dirty="0"/>
              <a:t>of </a:t>
            </a:r>
            <a:r>
              <a:rPr lang="en-US" sz="2400" b="1" dirty="0" smtClean="0"/>
              <a:t>in-situ </a:t>
            </a:r>
            <a:r>
              <a:rPr lang="en-US" sz="2400" b="1" dirty="0"/>
              <a:t>grown </a:t>
            </a:r>
            <a:r>
              <a:rPr lang="en-US" sz="2400" b="1" dirty="0" err="1"/>
              <a:t>dhaincha</a:t>
            </a:r>
            <a:r>
              <a:rPr lang="en-US" sz="2400" b="1" dirty="0"/>
              <a:t>/</a:t>
            </a:r>
            <a:r>
              <a:rPr lang="en-US" sz="2400" b="1" dirty="0" err="1"/>
              <a:t>sunhemp</a:t>
            </a:r>
            <a:r>
              <a:rPr lang="en-US" sz="2400" b="1" dirty="0"/>
              <a:t> green manure/ha needs to be incorporated</a:t>
            </a:r>
            <a:r>
              <a:rPr lang="en-US" sz="2400" b="1" dirty="0" smtClean="0"/>
              <a:t>. </a:t>
            </a:r>
          </a:p>
          <a:p>
            <a:pPr algn="just">
              <a:lnSpc>
                <a:spcPct val="150000"/>
              </a:lnSpc>
            </a:pPr>
            <a:endParaRPr lang="en-US" sz="2400" b="1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In the last puddle, </a:t>
            </a:r>
            <a:r>
              <a:rPr lang="en-US" sz="2400" b="1" dirty="0" err="1"/>
              <a:t>vermi</a:t>
            </a:r>
            <a:r>
              <a:rPr lang="en-US" sz="2400" b="1" dirty="0"/>
              <a:t>-compost @ 2 t/ha may be applied (optional). </a:t>
            </a:r>
            <a:endParaRPr lang="en-US" sz="2400" b="1" dirty="0" smtClean="0"/>
          </a:p>
          <a:p>
            <a:pPr algn="just">
              <a:lnSpc>
                <a:spcPct val="150000"/>
              </a:lnSpc>
            </a:pPr>
            <a:endParaRPr lang="en-US" sz="2400" b="1" dirty="0" smtClean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Through these organics, approximately </a:t>
            </a:r>
            <a:r>
              <a:rPr lang="en-US" sz="2400" b="1" dirty="0">
                <a:solidFill>
                  <a:srgbClr val="FF0000"/>
                </a:solidFill>
              </a:rPr>
              <a:t>150 kg N, 40 -50 kg P</a:t>
            </a:r>
            <a:r>
              <a:rPr lang="en-US" sz="2400" b="1" baseline="-25000" dirty="0">
                <a:solidFill>
                  <a:srgbClr val="FF0000"/>
                </a:solidFill>
              </a:rPr>
              <a:t>2</a:t>
            </a:r>
            <a:r>
              <a:rPr lang="en-US" sz="2400" b="1" dirty="0">
                <a:solidFill>
                  <a:srgbClr val="FF0000"/>
                </a:solidFill>
              </a:rPr>
              <a:t>O</a:t>
            </a:r>
            <a:r>
              <a:rPr lang="en-US" sz="2400" b="1" baseline="-25000" dirty="0">
                <a:solidFill>
                  <a:srgbClr val="FF0000"/>
                </a:solidFill>
              </a:rPr>
              <a:t>5</a:t>
            </a:r>
            <a:r>
              <a:rPr lang="en-US" sz="2400" b="1" dirty="0">
                <a:solidFill>
                  <a:srgbClr val="FF0000"/>
                </a:solidFill>
              </a:rPr>
              <a:t>, 100 - 120 kg K</a:t>
            </a:r>
            <a:r>
              <a:rPr lang="en-US" sz="2400" b="1" baseline="-25000" dirty="0">
                <a:solidFill>
                  <a:srgbClr val="FF0000"/>
                </a:solidFill>
              </a:rPr>
              <a:t>2</a:t>
            </a:r>
            <a:r>
              <a:rPr lang="en-US" sz="2400" b="1" dirty="0">
                <a:solidFill>
                  <a:srgbClr val="FF0000"/>
                </a:solidFill>
              </a:rPr>
              <a:t>O</a:t>
            </a:r>
            <a:r>
              <a:rPr lang="en-US" sz="2400" b="1" dirty="0"/>
              <a:t> and micronutrients can be supplied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2292424" y="513518"/>
            <a:ext cx="43887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rgbClr val="0000FF"/>
                </a:solidFill>
                <a:latin typeface="Calibri" panose="020F0502020204030204" pitchFamily="34" charset="0"/>
              </a:rPr>
              <a:t>Organic manure </a:t>
            </a:r>
            <a:r>
              <a:rPr lang="en-US" sz="2800" b="1" dirty="0" smtClean="0">
                <a:solidFill>
                  <a:srgbClr val="0000FF"/>
                </a:solidFill>
                <a:latin typeface="Calibri" panose="020F0502020204030204" pitchFamily="34" charset="0"/>
              </a:rPr>
              <a:t>application</a:t>
            </a:r>
            <a:endParaRPr lang="en-US" sz="2800" b="1" dirty="0">
              <a:solidFill>
                <a:srgbClr val="0000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4299194" y="3020913"/>
            <a:ext cx="308063" cy="361265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4325352" y="4468713"/>
            <a:ext cx="322847" cy="404411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0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38544" y="260648"/>
            <a:ext cx="5482952" cy="886420"/>
          </a:xfrm>
        </p:spPr>
        <p:txBody>
          <a:bodyPr>
            <a:noAutofit/>
          </a:bodyPr>
          <a:lstStyle/>
          <a:p>
            <a:pPr algn="ctr"/>
            <a:r>
              <a:rPr lang="en-US" sz="2800" dirty="0" smtClean="0">
                <a:solidFill>
                  <a:srgbClr val="6C0000"/>
                </a:solidFill>
              </a:rPr>
              <a:t>SPECIAL TECHNIQUES FOLLOWED IN MAINFIELD:</a:t>
            </a:r>
            <a:endParaRPr lang="en-US" sz="2800" dirty="0">
              <a:solidFill>
                <a:srgbClr val="6C000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35912" y="1291085"/>
            <a:ext cx="5288216" cy="5162252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>
                <a:solidFill>
                  <a:schemeClr val="accent6">
                    <a:lumMod val="50000"/>
                  </a:schemeClr>
                </a:solidFill>
              </a:rPr>
              <a:t>Apply </a:t>
            </a:r>
            <a:r>
              <a:rPr lang="en-US" sz="2400" b="1" dirty="0" err="1" smtClean="0">
                <a:solidFill>
                  <a:schemeClr val="accent6">
                    <a:lumMod val="50000"/>
                  </a:schemeClr>
                </a:solidFill>
              </a:rPr>
              <a:t>Gana</a:t>
            </a:r>
            <a:r>
              <a:rPr lang="en-US" sz="24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6">
                    <a:lumMod val="50000"/>
                  </a:schemeClr>
                </a:solidFill>
              </a:rPr>
              <a:t>jeevamruth</a:t>
            </a:r>
            <a:r>
              <a:rPr lang="en-US" sz="2400" b="1" dirty="0" smtClean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en-US" sz="2400" b="1" dirty="0" smtClean="0"/>
              <a:t>200 kg / ac</a:t>
            </a:r>
            <a:endParaRPr lang="en-US" sz="2400" b="1" dirty="0"/>
          </a:p>
          <a:p>
            <a:pPr marL="968375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accent3">
                    <a:lumMod val="50000"/>
                  </a:schemeClr>
                </a:solidFill>
              </a:rPr>
              <a:t>Dry rice straw:10 kg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UcPeriod"/>
            </a:pPr>
            <a:r>
              <a:rPr lang="en-US" sz="2400" b="1" dirty="0" smtClean="0">
                <a:solidFill>
                  <a:srgbClr val="0000FF"/>
                </a:solidFill>
              </a:rPr>
              <a:t>N: growing legumes plants as cover crop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UcPeriod"/>
            </a:pPr>
            <a:r>
              <a:rPr lang="en-US" sz="2400" b="1" dirty="0" smtClean="0">
                <a:solidFill>
                  <a:srgbClr val="0000FF"/>
                </a:solidFill>
              </a:rPr>
              <a:t>P: Fish  bone meal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UcPeriod"/>
            </a:pPr>
            <a:r>
              <a:rPr lang="en-US" sz="2400" b="1" dirty="0" smtClean="0">
                <a:solidFill>
                  <a:srgbClr val="0000FF"/>
                </a:solidFill>
              </a:rPr>
              <a:t>K: rice straw and manures</a:t>
            </a:r>
          </a:p>
          <a:p>
            <a:pPr marL="571500" indent="-571500" algn="just">
              <a:lnSpc>
                <a:spcPct val="150000"/>
              </a:lnSpc>
              <a:buFont typeface="+mj-lt"/>
              <a:buAutoNum type="romanUcPeriod"/>
            </a:pPr>
            <a:r>
              <a:rPr lang="en-US" sz="2400" b="1" dirty="0" smtClean="0"/>
              <a:t>Apply </a:t>
            </a:r>
            <a:r>
              <a:rPr lang="en-US" sz="2400" b="1" dirty="0" err="1" smtClean="0">
                <a:solidFill>
                  <a:srgbClr val="FF0000"/>
                </a:solidFill>
              </a:rPr>
              <a:t>Navadhanayaa</a:t>
            </a:r>
            <a:r>
              <a:rPr lang="en-US" sz="2400" b="1" dirty="0" smtClean="0">
                <a:solidFill>
                  <a:srgbClr val="FF0000"/>
                </a:solidFill>
              </a:rPr>
              <a:t> mixed powder  </a:t>
            </a:r>
            <a:r>
              <a:rPr lang="en-US" sz="2400" b="1" dirty="0" smtClean="0"/>
              <a:t>at first showering time: indirect source for N, P, K and about 16 essential nutrients</a:t>
            </a:r>
            <a:r>
              <a:rPr lang="en-US" sz="2400" b="1" dirty="0"/>
              <a:t>.</a:t>
            </a:r>
            <a:endParaRPr lang="en-US" sz="2400" b="1" dirty="0" smtClean="0"/>
          </a:p>
        </p:txBody>
      </p:sp>
      <p:pic>
        <p:nvPicPr>
          <p:cNvPr id="7170" name="Picture 2" descr="C:\Users\user\Downloads\download (1)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/>
          <a:srcRect b="7097"/>
          <a:stretch/>
        </p:blipFill>
        <p:spPr bwMode="auto">
          <a:xfrm>
            <a:off x="6055357" y="-15643"/>
            <a:ext cx="3088643" cy="19910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171" name="Picture 3" descr="C:\Users\user\Downloads\download (2)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55357" y="2028310"/>
            <a:ext cx="3088643" cy="23473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3" descr="C:\Users\user\Downloads\ag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28419" y="4410412"/>
            <a:ext cx="2980085" cy="24610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3400" y="1287091"/>
            <a:ext cx="821420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/>
              <a:t>Bio-fertilizers </a:t>
            </a:r>
            <a:r>
              <a:rPr lang="en-US" sz="2800" b="1" dirty="0"/>
              <a:t>such as Azospirillum or PSB/PSM @ </a:t>
            </a:r>
            <a:r>
              <a:rPr lang="en-US" sz="2800" b="1" dirty="0" smtClean="0"/>
              <a:t>   2 - </a:t>
            </a:r>
            <a:r>
              <a:rPr lang="en-US" sz="2800" b="1" dirty="0"/>
              <a:t>3 kg /ha mixed with 25 kg FYM or </a:t>
            </a:r>
            <a:r>
              <a:rPr lang="en-US" sz="2800" b="1" dirty="0" smtClean="0"/>
              <a:t>VC </a:t>
            </a:r>
            <a:r>
              <a:rPr lang="en-US" sz="2800" b="1" dirty="0"/>
              <a:t>and applied to the soil just before planting. </a:t>
            </a:r>
            <a:endParaRPr lang="en-US" sz="2800" b="1" dirty="0" smtClean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Blue green algae @ 10 kg/ha, 10 days after </a:t>
            </a:r>
            <a:r>
              <a:rPr lang="en-US" sz="2800" b="1" dirty="0" smtClean="0"/>
              <a:t>planting.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 smtClean="0"/>
              <a:t>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/>
              <a:t>Apply </a:t>
            </a:r>
            <a:r>
              <a:rPr lang="en-US" sz="2800" b="1" dirty="0" err="1"/>
              <a:t>a</a:t>
            </a:r>
            <a:r>
              <a:rPr lang="en-US" sz="2800" b="1" dirty="0" err="1" smtClean="0"/>
              <a:t>zolla</a:t>
            </a:r>
            <a:r>
              <a:rPr lang="en-US" sz="2800" b="1" dirty="0" smtClean="0"/>
              <a:t> </a:t>
            </a:r>
            <a:r>
              <a:rPr lang="en-US" sz="2800" b="1" dirty="0"/>
              <a:t>@ 1 t/ha, </a:t>
            </a:r>
            <a:r>
              <a:rPr lang="en-US" sz="2800" b="1" dirty="0" smtClean="0"/>
              <a:t>7-10 </a:t>
            </a:r>
            <a:r>
              <a:rPr lang="en-US" sz="2800" b="1" dirty="0"/>
              <a:t>days after transplanting and incorporated after 3 weeks. </a:t>
            </a:r>
          </a:p>
        </p:txBody>
      </p:sp>
      <p:sp>
        <p:nvSpPr>
          <p:cNvPr id="5" name="Rectangle 4"/>
          <p:cNvSpPr/>
          <p:nvPr/>
        </p:nvSpPr>
        <p:spPr>
          <a:xfrm>
            <a:off x="3124200" y="642918"/>
            <a:ext cx="26366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</a:rPr>
              <a:t>Bio - fertilizers</a:t>
            </a:r>
            <a:endParaRPr 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00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1832" y="1196752"/>
            <a:ext cx="78486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D20055"/>
                </a:solidFill>
              </a:rPr>
              <a:t>After transplanting once per 15 days spray with </a:t>
            </a:r>
            <a:endParaRPr lang="en-US" sz="2800" b="1" dirty="0" smtClean="0">
              <a:solidFill>
                <a:srgbClr val="D20055"/>
              </a:solidFill>
            </a:endParaRPr>
          </a:p>
          <a:p>
            <a:pPr marL="804863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n-US" sz="2800" b="1" dirty="0" smtClean="0">
                <a:solidFill>
                  <a:srgbClr val="FF0000"/>
                </a:solidFill>
              </a:rPr>
              <a:t>Fish </a:t>
            </a:r>
            <a:r>
              <a:rPr lang="en-US" sz="2800" b="1" dirty="0">
                <a:solidFill>
                  <a:srgbClr val="FF0000"/>
                </a:solidFill>
              </a:rPr>
              <a:t>meal amino acid </a:t>
            </a:r>
            <a:r>
              <a:rPr lang="en-US" sz="2800" b="1" dirty="0">
                <a:solidFill>
                  <a:srgbClr val="00B050"/>
                </a:solidFill>
              </a:rPr>
              <a:t>(Fish meal is a good source phosphorus 12</a:t>
            </a:r>
            <a:r>
              <a:rPr lang="en-US" sz="2800" b="1" dirty="0" smtClean="0">
                <a:solidFill>
                  <a:srgbClr val="00B050"/>
                </a:solidFill>
              </a:rPr>
              <a:t>%) </a:t>
            </a:r>
            <a:r>
              <a:rPr lang="en-US" sz="2800" b="1" dirty="0" smtClean="0">
                <a:solidFill>
                  <a:srgbClr val="FF0000"/>
                </a:solidFill>
              </a:rPr>
              <a:t>and </a:t>
            </a:r>
            <a:endParaRPr lang="en-US" sz="2800" b="1" dirty="0">
              <a:solidFill>
                <a:srgbClr val="FF0000"/>
              </a:solidFill>
            </a:endParaRPr>
          </a:p>
          <a:p>
            <a:pPr marL="804863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n-US" sz="2800" b="1" dirty="0" err="1" smtClean="0">
                <a:solidFill>
                  <a:schemeClr val="accent2">
                    <a:lumMod val="75000"/>
                  </a:schemeClr>
                </a:solidFill>
              </a:rPr>
              <a:t>Dharava</a:t>
            </a: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accent2">
                    <a:lumMod val="75000"/>
                  </a:schemeClr>
                </a:solidFill>
              </a:rPr>
              <a:t>jeeva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800" b="1" dirty="0" err="1" smtClean="0">
                <a:solidFill>
                  <a:schemeClr val="accent2">
                    <a:lumMod val="75000"/>
                  </a:schemeClr>
                </a:solidFill>
              </a:rPr>
              <a:t>amrut</a:t>
            </a: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rgbClr val="0000FF"/>
                </a:solidFill>
              </a:rPr>
              <a:t>- 200 liter/ac Spray 4 </a:t>
            </a:r>
            <a:r>
              <a:rPr lang="en-US" sz="2800" b="1" dirty="0">
                <a:solidFill>
                  <a:srgbClr val="0000FF"/>
                </a:solidFill>
              </a:rPr>
              <a:t>times in crop </a:t>
            </a:r>
            <a:r>
              <a:rPr lang="en-US" sz="2800" b="1" dirty="0" smtClean="0">
                <a:solidFill>
                  <a:srgbClr val="0000FF"/>
                </a:solidFill>
              </a:rPr>
              <a:t>period.</a:t>
            </a:r>
          </a:p>
          <a:p>
            <a:pPr marL="804863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n-US" sz="2800" b="1" dirty="0" err="1" smtClean="0">
                <a:solidFill>
                  <a:schemeClr val="accent6">
                    <a:lumMod val="50000"/>
                  </a:schemeClr>
                </a:solidFill>
              </a:rPr>
              <a:t>Panchakavya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: apply 10</a:t>
            </a:r>
            <a:r>
              <a:rPr lang="en-US" sz="2800" b="1" baseline="30000" dirty="0" smtClean="0">
                <a:solidFill>
                  <a:schemeClr val="accent6">
                    <a:lumMod val="50000"/>
                  </a:schemeClr>
                </a:solidFill>
              </a:rPr>
              <a:t>th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, 15</a:t>
            </a:r>
            <a:r>
              <a:rPr lang="en-US" sz="2800" b="1" baseline="30000" dirty="0" smtClean="0">
                <a:solidFill>
                  <a:schemeClr val="accent6">
                    <a:lumMod val="50000"/>
                  </a:schemeClr>
                </a:solidFill>
              </a:rPr>
              <a:t>th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, 30</a:t>
            </a:r>
            <a:r>
              <a:rPr lang="en-US" sz="2800" b="1" baseline="30000" dirty="0" smtClean="0">
                <a:solidFill>
                  <a:schemeClr val="accent6">
                    <a:lumMod val="50000"/>
                  </a:schemeClr>
                </a:solidFill>
              </a:rPr>
              <a:t>th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  &amp; 50</a:t>
            </a:r>
            <a:r>
              <a:rPr lang="en-US" sz="2800" b="1" baseline="30000" dirty="0" smtClean="0">
                <a:solidFill>
                  <a:schemeClr val="accent6">
                    <a:lumMod val="50000"/>
                  </a:schemeClr>
                </a:solidFill>
              </a:rPr>
              <a:t>th</a:t>
            </a:r>
            <a:r>
              <a:rPr lang="en-US" sz="2800" b="1" dirty="0" smtClean="0">
                <a:solidFill>
                  <a:schemeClr val="accent6">
                    <a:lumMod val="50000"/>
                  </a:schemeClr>
                </a:solidFill>
              </a:rPr>
              <a:t> day </a:t>
            </a:r>
          </a:p>
          <a:p>
            <a:pPr marL="804863" indent="-457200" algn="just">
              <a:lnSpc>
                <a:spcPct val="150000"/>
              </a:lnSpc>
              <a:buFont typeface="+mj-lt"/>
              <a:buAutoNum type="alphaLcParenR"/>
            </a:pPr>
            <a:r>
              <a:rPr lang="en-US" sz="2800" b="1" dirty="0" smtClean="0">
                <a:solidFill>
                  <a:srgbClr val="0000FF"/>
                </a:solidFill>
              </a:rPr>
              <a:t>Spray 6 </a:t>
            </a:r>
            <a:r>
              <a:rPr lang="en-US" sz="2800" b="1" dirty="0">
                <a:solidFill>
                  <a:srgbClr val="0000FF"/>
                </a:solidFill>
              </a:rPr>
              <a:t>lit </a:t>
            </a:r>
            <a:r>
              <a:rPr lang="en-US" sz="2800" b="1" dirty="0" smtClean="0">
                <a:solidFill>
                  <a:srgbClr val="0000FF"/>
                </a:solidFill>
              </a:rPr>
              <a:t>of </a:t>
            </a:r>
            <a:r>
              <a:rPr lang="en-US" sz="2800" b="1" dirty="0" err="1" smtClean="0">
                <a:solidFill>
                  <a:srgbClr val="0000FF"/>
                </a:solidFill>
              </a:rPr>
              <a:t>sour</a:t>
            </a:r>
            <a:r>
              <a:rPr lang="en-US" sz="2800" b="1" dirty="0" err="1" smtClean="0">
                <a:solidFill>
                  <a:srgbClr val="0000FF"/>
                </a:solidFill>
              </a:rPr>
              <a:t>butter</a:t>
            </a:r>
            <a:r>
              <a:rPr lang="en-US" sz="2800" b="1" dirty="0" smtClean="0">
                <a:solidFill>
                  <a:srgbClr val="0000FF"/>
                </a:solidFill>
              </a:rPr>
              <a:t> </a:t>
            </a:r>
            <a:r>
              <a:rPr lang="en-US" sz="2800" b="1" dirty="0" smtClean="0">
                <a:solidFill>
                  <a:srgbClr val="0000FF"/>
                </a:solidFill>
              </a:rPr>
              <a:t>milk/ac </a:t>
            </a:r>
            <a:r>
              <a:rPr lang="en-US" sz="2800" b="1" dirty="0">
                <a:solidFill>
                  <a:srgbClr val="0000FF"/>
                </a:solidFill>
              </a:rPr>
              <a:t>in 200 </a:t>
            </a:r>
            <a:r>
              <a:rPr lang="en-US" sz="2800" b="1" dirty="0" smtClean="0">
                <a:solidFill>
                  <a:srgbClr val="0000FF"/>
                </a:solidFill>
              </a:rPr>
              <a:t>liter of water: At milking stage: 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2600" y="457200"/>
            <a:ext cx="62246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/>
              <a:t>Special Care after Transplanting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662036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79216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00FF"/>
                </a:solidFill>
              </a:rPr>
              <a:t>Weed suppression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388620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 smtClean="0"/>
              <a:t>Weed control and soil fertility are the principal challenges associated with organic rice production. 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P</a:t>
            </a:r>
            <a:r>
              <a:rPr lang="en-US" b="1" dirty="0" smtClean="0"/>
              <a:t>rimary weed - control practices include crop rotations,  land leveling, seedbed preparation.</a:t>
            </a:r>
          </a:p>
          <a:p>
            <a:pPr algn="just">
              <a:lnSpc>
                <a:spcPct val="150000"/>
              </a:lnSpc>
            </a:pPr>
            <a:r>
              <a:rPr lang="en-US" b="1" dirty="0" smtClean="0"/>
              <a:t>Water management.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R</a:t>
            </a:r>
            <a:r>
              <a:rPr lang="en-US" b="1" dirty="0" smtClean="0"/>
              <a:t>otary hoeing.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0952" y="2708920"/>
            <a:ext cx="7221488" cy="1214447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4000" b="1" dirty="0" smtClean="0">
                <a:solidFill>
                  <a:srgbClr val="00CC00"/>
                </a:solidFill>
              </a:rPr>
              <a:t>Pest and Disease management</a:t>
            </a:r>
            <a:endParaRPr lang="en-US" sz="4000" b="1" dirty="0">
              <a:solidFill>
                <a:srgbClr val="00CC00"/>
              </a:solidFill>
            </a:endParaRPr>
          </a:p>
        </p:txBody>
      </p:sp>
      <p:pic>
        <p:nvPicPr>
          <p:cNvPr id="2050" name="Picture 2" descr="C:\Users\user\Downloads\d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388" y="4143380"/>
            <a:ext cx="2500330" cy="23031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1" name="Picture 3" descr="C:\Users\user\Downloads\d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3848" y="4143380"/>
            <a:ext cx="3057528" cy="22860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2" name="Picture 4" descr="C:\Users\user\Downloads\d6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5243" y="642918"/>
            <a:ext cx="2643206" cy="20002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3" name="Picture 5" descr="C:\Users\user\Downloads\d5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51449" y="637238"/>
            <a:ext cx="2733676" cy="19526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4" name="Picture 6" descr="C:\Users\user\Downloads\d3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174918" y="642918"/>
            <a:ext cx="2941432" cy="19573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5" name="Picture 7" descr="C:\Users\user\Downloads\d8.jp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79512" y="4143380"/>
            <a:ext cx="2862264" cy="22860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8229600" cy="80803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00FF"/>
                </a:solidFill>
              </a:rPr>
              <a:t>Pest and disease management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8229600" cy="990599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en-US" sz="2800" b="1" dirty="0" err="1" smtClean="0">
                <a:solidFill>
                  <a:srgbClr val="FF0000"/>
                </a:solidFill>
              </a:rPr>
              <a:t>Agniyasthiram</a:t>
            </a:r>
            <a:r>
              <a:rPr lang="en-US" sz="2800" b="1" dirty="0" smtClean="0"/>
              <a:t> - removes 75% of insect and pest.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49771625"/>
              </p:ext>
            </p:extLst>
          </p:nvPr>
        </p:nvGraphicFramePr>
        <p:xfrm>
          <a:off x="990600" y="2139877"/>
          <a:ext cx="6934200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4200" y="274638"/>
            <a:ext cx="1752600" cy="411162"/>
          </a:xfrm>
        </p:spPr>
        <p:txBody>
          <a:bodyPr>
            <a:normAutofit fontScale="90000"/>
          </a:bodyPr>
          <a:lstStyle/>
          <a:p>
            <a:pPr algn="r"/>
            <a:r>
              <a:rPr lang="en-US" sz="2800" b="1" dirty="0" err="1" smtClean="0"/>
              <a:t>Cont</a:t>
            </a:r>
            <a:r>
              <a:rPr lang="en-US" sz="2800" b="1" dirty="0" smtClean="0"/>
              <a:t>…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335279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FF0000"/>
                </a:solidFill>
              </a:rPr>
              <a:t>Agni </a:t>
            </a:r>
            <a:r>
              <a:rPr lang="en-US" sz="2800" b="1" dirty="0" err="1" smtClean="0">
                <a:solidFill>
                  <a:srgbClr val="FF0000"/>
                </a:solidFill>
              </a:rPr>
              <a:t>yasthiram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r>
              <a:rPr lang="en-US" sz="2800" b="1" dirty="0" smtClean="0">
                <a:solidFill>
                  <a:schemeClr val="accent3">
                    <a:lumMod val="50000"/>
                  </a:schemeClr>
                </a:solidFill>
              </a:rPr>
              <a:t>- </a:t>
            </a:r>
            <a:r>
              <a:rPr lang="en-US" sz="2800" b="1" dirty="0" smtClean="0"/>
              <a:t>200ml /10 l of water in addition to this </a:t>
            </a:r>
            <a:r>
              <a:rPr lang="en-US" sz="2800" b="1" dirty="0" err="1" smtClean="0"/>
              <a:t>neemayasthiram</a:t>
            </a:r>
            <a:r>
              <a:rPr lang="en-US" sz="2800" b="1" dirty="0" smtClean="0"/>
              <a:t> is used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/>
              <a:t>Fall armyworm and chinch bug - </a:t>
            </a:r>
            <a:r>
              <a:rPr lang="en-US" sz="2800" b="1" dirty="0" smtClean="0">
                <a:solidFill>
                  <a:srgbClr val="FF0000"/>
                </a:solidFill>
              </a:rPr>
              <a:t>flush of water.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 smtClean="0"/>
              <a:t>Stinkbugs and water weevils - </a:t>
            </a:r>
            <a:r>
              <a:rPr lang="en-US" sz="2800" b="1" dirty="0" smtClean="0">
                <a:solidFill>
                  <a:srgbClr val="FF0000"/>
                </a:solidFill>
              </a:rPr>
              <a:t>Timely planting, variety selection and cultural practices.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636912"/>
            <a:ext cx="8229600" cy="1252736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5400" b="1" dirty="0" smtClean="0">
                <a:solidFill>
                  <a:srgbClr val="008000"/>
                </a:solidFill>
              </a:rPr>
              <a:t>Research Evidence </a:t>
            </a:r>
            <a:endParaRPr lang="en-US" sz="5400" b="1" dirty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Effect of organic and inorganic nutrition of rice on grain yield (2009-11) </a:t>
            </a:r>
            <a:endParaRPr lang="en-US" sz="32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lum contrast="20000"/>
          </a:blip>
          <a:srcRect/>
          <a:stretch>
            <a:fillRect/>
          </a:stretch>
        </p:blipFill>
        <p:spPr bwMode="auto">
          <a:xfrm>
            <a:off x="1500166" y="1479763"/>
            <a:ext cx="5857916" cy="5021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7614366" y="6357958"/>
            <a:ext cx="1386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Dr Y. V. Singh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3528" y="188640"/>
            <a:ext cx="286168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rgbClr val="002060"/>
                </a:solidFill>
              </a:rPr>
              <a:t>Conclusion </a:t>
            </a:r>
            <a:endParaRPr lang="en-US" sz="4400" dirty="0">
              <a:solidFill>
                <a:srgbClr val="00206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Investment</a:t>
            </a:r>
          </a:p>
          <a:p>
            <a:r>
              <a:rPr lang="en-US" dirty="0" smtClean="0"/>
              <a:t>Nutritional value</a:t>
            </a:r>
          </a:p>
          <a:p>
            <a:r>
              <a:rPr lang="en-US" dirty="0" smtClean="0"/>
              <a:t>Soil fertility</a:t>
            </a:r>
          </a:p>
          <a:p>
            <a:r>
              <a:rPr lang="en-US" dirty="0" smtClean="0"/>
              <a:t>Health issues</a:t>
            </a:r>
          </a:p>
          <a:p>
            <a:r>
              <a:rPr lang="en-US" dirty="0" smtClean="0"/>
              <a:t>Yield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45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user\Downloads\jYeGQX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" y="0"/>
            <a:ext cx="79248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1253</TotalTime>
  <Words>838</Words>
  <Application>Microsoft Office PowerPoint</Application>
  <PresentationFormat>On-screen Show (4:3)</PresentationFormat>
  <Paragraphs>131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Berlin Sans FB Demi</vt:lpstr>
      <vt:lpstr>Calibri</vt:lpstr>
      <vt:lpstr>Times New Roman</vt:lpstr>
      <vt:lpstr>Trebuchet MS</vt:lpstr>
      <vt:lpstr>Utsaah</vt:lpstr>
      <vt:lpstr>Wingdings</vt:lpstr>
      <vt:lpstr>Wingdings 2</vt:lpstr>
      <vt:lpstr>Opulent</vt:lpstr>
      <vt:lpstr>Office Theme</vt:lpstr>
      <vt:lpstr>PowerPoint Presentation</vt:lpstr>
      <vt:lpstr>Introduction</vt:lpstr>
      <vt:lpstr>PowerPoint Presentation</vt:lpstr>
      <vt:lpstr>PowerPoint Presentation</vt:lpstr>
      <vt:lpstr>PowerPoint Presentation</vt:lpstr>
      <vt:lpstr>Needs of organic cultivation</vt:lpstr>
      <vt:lpstr>PowerPoint Presentation</vt:lpstr>
      <vt:lpstr>PowerPoint Presentation</vt:lpstr>
      <vt:lpstr>PowerPoint Presentation</vt:lpstr>
      <vt:lpstr>Step for organic rice production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SPECIAL TECHNIQUES FOLLOWED IN MAINFIELD:</vt:lpstr>
      <vt:lpstr>PowerPoint Presentation</vt:lpstr>
      <vt:lpstr>PowerPoint Presentation</vt:lpstr>
      <vt:lpstr>Weed suppression</vt:lpstr>
      <vt:lpstr>PowerPoint Presentation</vt:lpstr>
      <vt:lpstr>Pest and disease management</vt:lpstr>
      <vt:lpstr>Cont…</vt:lpstr>
      <vt:lpstr>PowerPoint Presentation</vt:lpstr>
      <vt:lpstr>Effect of organic and inorganic nutrition of rice on grain yield (2009-11)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user</dc:creator>
  <cp:lastModifiedBy>Senthilnathan R</cp:lastModifiedBy>
  <cp:revision>217</cp:revision>
  <dcterms:created xsi:type="dcterms:W3CDTF">2017-11-04T15:03:38Z</dcterms:created>
  <dcterms:modified xsi:type="dcterms:W3CDTF">2017-12-27T16:06:26Z</dcterms:modified>
</cp:coreProperties>
</file>